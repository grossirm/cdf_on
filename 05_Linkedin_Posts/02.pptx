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E7FF"/>
    <a:srgbClr val="C5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3D61-E0E5-6C72-C54F-7628B0F00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2186D-C881-9373-1998-342384F1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1D0A-EF62-285D-9183-65966AA4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95C0A-264B-01D6-C9EE-B5CF7425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D4BD-37AF-ECAC-43E7-EBA62764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35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4E9C-37E5-C451-30FE-57F941EC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8DD0-929E-5524-E292-0D67AF6F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DC0C-3DEC-D6A0-C747-5D264982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A0B-F63C-87F2-1818-20FC3B87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0E64-C8F3-E549-A522-AB53B8D8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45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F187-C830-6EC9-2F9C-57EE7EF8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355B-5837-559F-0C62-BE8137F8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5A62-9FD1-43AF-5BB6-DD4EEE21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CC27-CB3D-C5E0-B2E7-54885B35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110E-B2BB-5AF3-1E85-194A80B8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9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DA8-6400-5744-5B0E-F16C12F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0E0E-E08A-BB9F-67F0-9DC9B677D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095A8-9B5D-6503-FBBB-5AA1E45B3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78AA-D7C3-06C3-1312-6E4AE3FD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A2628-24CB-5C9A-373C-086B529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A631-EAEB-2498-6B81-8A16F71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70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50CB-0CCD-0344-DA7D-906CE267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643C-66E8-8188-1C7A-D30D4EC6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75E80-CD44-F8AE-4D08-B065D021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8B0C4-D33D-82E4-379C-AA5510AF3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AC3E1-2ABB-7DA9-308D-46B6D1A83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0E15-CC1F-4523-43BA-5EB26CFE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CA21-DB4C-1D0F-9C98-7B19CC5C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9FEFD-5C23-06F3-8415-9CA79630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95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3254-56B4-E122-B071-9AAAA6C0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792F3-89DE-DCC4-8940-C1BC35D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72E0B-1915-463E-8D77-582F8490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7BB10-7AA7-F13F-ECC4-1C3955CF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821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E4944-B874-CB00-7F5B-D9366F1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6A870-DF66-8291-6BE4-8B326AE8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30FE-B4DF-2BCD-0659-F362BD2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64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871-9BF2-8AC9-C213-7B3FBD7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457D-B644-ADF2-1719-2F6DE1187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A7A3F-C2B5-AB32-3955-D57273D8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E3201-1425-77FC-2190-154B84E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92529-4051-6BE1-1A8B-5C5FAB01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9CB76-2937-C5EE-1D1F-9A7DC4E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2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A7D7-4133-7659-80BA-7809F2C3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A0E90-DD7E-EC6A-4635-8E2C7A488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4488B-41A4-D683-4735-EE7231C87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A442-CA3D-DA99-ED43-510E7EE1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CDBE1-E250-F438-FC01-C7EFB503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B16D9-C319-E976-E573-77200E6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24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A14D-1925-799F-3060-4D025AFA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00ED-E441-7A1A-A3C8-7F594EB0B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FB6C-19C3-686A-B427-D0FA27EB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C511-C983-37CE-12A7-5E757C0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466F-0AE7-4B18-582D-155846CE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282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C23B1-CC57-4AA7-1404-8F12F792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75EED-0C59-B74D-3B0D-D8443287C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8E20-2C3C-5DFD-0DF6-2107B86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F950-1EC5-B858-83E8-ECAA42D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305C-B816-E5B9-7931-FC4DCBF1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834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E029C-018F-A872-5F6F-36A65D81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E4F39-8059-F351-237E-C5D4AB0B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57534-6C95-8156-4758-F655ACB0B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5FFD-A04D-B66E-4D58-AED7887A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79332-3623-35DD-6626-8EF3F0200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7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E69118-26F8-B30E-9B82-B0E93B889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89" y="264902"/>
            <a:ext cx="5347902" cy="21090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5F85A9-FF1B-56FF-B4F8-080257483BDE}"/>
              </a:ext>
            </a:extLst>
          </p:cNvPr>
          <p:cNvSpPr txBox="1"/>
          <p:nvPr/>
        </p:nvSpPr>
        <p:spPr>
          <a:xfrm>
            <a:off x="302155" y="2512337"/>
            <a:ext cx="5510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none" strike="noStrike" baseline="0" dirty="0">
                <a:latin typeface="LMRoman12-Regular"/>
              </a:rPr>
              <a:t>Field Operation and Manipulation - FOAM</a:t>
            </a:r>
            <a:endParaRPr lang="LID4096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0C4A4A-5E27-8923-9BEB-9770C7183970}"/>
              </a:ext>
            </a:extLst>
          </p:cNvPr>
          <p:cNvSpPr txBox="1"/>
          <p:nvPr/>
        </p:nvSpPr>
        <p:spPr>
          <a:xfrm>
            <a:off x="8103544" y="6439087"/>
            <a:ext cx="479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bom entendedor ½ palavra basta</a:t>
            </a:r>
            <a:endParaRPr lang="LID4096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4510B1-08AD-722C-2323-BF07527EC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539" y="3228186"/>
            <a:ext cx="1747602" cy="204297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2E864F-8C1A-F4C5-0CF2-AA9D524EA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910" y="3228186"/>
            <a:ext cx="4513187" cy="23285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8E16340-B04A-BD7E-C439-B2F0D2752FF4}"/>
              </a:ext>
            </a:extLst>
          </p:cNvPr>
          <p:cNvSpPr/>
          <p:nvPr/>
        </p:nvSpPr>
        <p:spPr>
          <a:xfrm>
            <a:off x="570368" y="4721351"/>
            <a:ext cx="491402" cy="461665"/>
          </a:xfrm>
          <a:prstGeom prst="rightArrow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031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LMRoman12-Regular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26</cp:revision>
  <dcterms:created xsi:type="dcterms:W3CDTF">2026-05-20T13:22:55Z</dcterms:created>
  <dcterms:modified xsi:type="dcterms:W3CDTF">2026-06-24T11:27:13Z</dcterms:modified>
</cp:coreProperties>
</file>