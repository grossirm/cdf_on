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06/24/2026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E69118-26F8-B30E-9B82-B0E93B88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89" y="264902"/>
            <a:ext cx="5347902" cy="210903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5F85A9-FF1B-56FF-B4F8-080257483BDE}"/>
              </a:ext>
            </a:extLst>
          </p:cNvPr>
          <p:cNvSpPr txBox="1"/>
          <p:nvPr/>
        </p:nvSpPr>
        <p:spPr>
          <a:xfrm>
            <a:off x="302155" y="2512337"/>
            <a:ext cx="5510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baseline="0" dirty="0">
                <a:latin typeface="LMRoman12-Regular"/>
              </a:rPr>
              <a:t>Field Operation and Manipulation - FOAM</a:t>
            </a:r>
            <a:endParaRPr lang="LID4096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4510B1-08AD-722C-2323-BF07527EC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39" y="3228186"/>
            <a:ext cx="1747602" cy="204297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2E864F-8C1A-F4C5-0CF2-AA9D524EA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910" y="3228186"/>
            <a:ext cx="4513187" cy="23285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38E16340-B04A-BD7E-C439-B2F0D2752FF4}"/>
              </a:ext>
            </a:extLst>
          </p:cNvPr>
          <p:cNvSpPr/>
          <p:nvPr/>
        </p:nvSpPr>
        <p:spPr>
          <a:xfrm>
            <a:off x="570368" y="4721351"/>
            <a:ext cx="491402" cy="461665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031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LMRoman12-Regular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27</cp:revision>
  <dcterms:created xsi:type="dcterms:W3CDTF">2026-05-20T13:22:55Z</dcterms:created>
  <dcterms:modified xsi:type="dcterms:W3CDTF">2026-06-24T11:48:26Z</dcterms:modified>
</cp:coreProperties>
</file>