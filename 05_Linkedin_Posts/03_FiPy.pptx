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E7E7FF"/>
    <a:srgbClr val="C5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3D61-E0E5-6C72-C54F-7628B0F003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62186D-C881-9373-1998-342384F10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01D0A-EF62-285D-9183-65966AA4D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95C0A-264B-01D6-C9EE-B5CF74257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8D4BD-37AF-ECAC-43E7-EBA62764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3524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44E9C-37E5-C451-30FE-57F941EC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78DD0-929E-5524-E292-0D67AF6FE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6DC0C-3DEC-D6A0-C747-5D264982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B1A0B-F63C-87F2-1818-20FC3B87D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C0E64-C8F3-E549-A522-AB53B8D8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45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8F187-C830-6EC9-2F9C-57EE7EF88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2355B-5837-559F-0C62-BE8137F8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85A62-9FD1-43AF-5BB6-DD4EEE21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CC27-CB3D-C5E0-B2E7-54885B352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1110E-B2BB-5AF3-1E85-194A80B88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938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42DA8-6400-5744-5B0E-F16C12F8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E0E0E-E08A-BB9F-67F0-9DC9B677D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095A8-9B5D-6503-FBBB-5AA1E45B3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A78AA-D7C3-06C3-1312-6E4AE3FD8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2628-24CB-5C9A-373C-086B5291F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CDA631-EAEB-2498-6B81-8A16F716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702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550CB-0CCD-0344-DA7D-906CE2674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A643C-66E8-8188-1C7A-D30D4EC67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75E80-CD44-F8AE-4D08-B065D0216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8B0C4-D33D-82E4-379C-AA5510AF35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AC3E1-2ABB-7DA9-308D-46B6D1A835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70E15-CC1F-4523-43BA-5EB26CFE6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15CA21-DB4C-1D0F-9C98-7B19CC5CE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69FEFD-5C23-06F3-8415-9CA79630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695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53254-56B4-E122-B071-9AAAA6C0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792F3-89DE-DCC4-8940-C1BC35DB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672E0B-1915-463E-8D77-582F8490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C7BB10-7AA7-F13F-ECC4-1C3955CFC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821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E4944-B874-CB00-7F5B-D9366F1D3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26A870-DF66-8291-6BE4-8B326AE8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A30FE-B4DF-2BCD-0659-F362BD2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649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72871-9BF2-8AC9-C213-7B3FBD79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8457D-B644-ADF2-1719-2F6DE1187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A7A3F-C2B5-AB32-3955-D57273D8A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E3201-1425-77FC-2190-154B84E0E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92529-4051-6BE1-1A8B-5C5FAB01E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49CB76-2937-C5EE-1D1F-9A7DC4ED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32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A7D7-4133-7659-80BA-7809F2C38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7A0E90-DD7E-EC6A-4635-8E2C7A4886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A4488B-41A4-D683-4735-EE7231C87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EA442-CA3D-DA99-ED43-510E7EE10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CDBE1-E250-F438-FC01-C7EFB503C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EB16D9-C319-E976-E573-77200E6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4242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2A14D-1925-799F-3060-4D025AFA6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800ED-E441-7A1A-A3C8-7F594EB0B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9FB6C-19C3-686A-B427-D0FA27EB7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CC511-C983-37CE-12A7-5E757C0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A466F-0AE7-4B18-582D-155846CE7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282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EC23B1-CC57-4AA7-1404-8F12F79222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575EED-0C59-B74D-3B0D-D8443287C0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28E20-2C3C-5DFD-0DF6-2107B867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7F950-1EC5-B858-83E8-ECAA42DD8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D305C-B816-E5B9-7931-FC4DCBF1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8347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E029C-018F-A872-5F6F-36A65D811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E4F39-8059-F351-237E-C5D4AB0BC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57534-6C95-8156-4758-F655ACB0B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686FF-3DC0-4D03-9102-64E826D8EE6E}" type="datetimeFigureOut">
              <a:rPr lang="LID4096" smtClean="0"/>
              <a:t>06/24/2026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35FFD-A04D-B66E-4D58-AED7887AF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79332-3623-35DD-6626-8EF3F0200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77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31C0FB8-C6C3-6B99-0B33-771164B61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7132" y="5286173"/>
            <a:ext cx="947946" cy="107159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3E814A-EE8D-B052-F9F3-8D1A1C462481}"/>
              </a:ext>
            </a:extLst>
          </p:cNvPr>
          <p:cNvSpPr txBox="1"/>
          <p:nvPr/>
        </p:nvSpPr>
        <p:spPr>
          <a:xfrm>
            <a:off x="9723945" y="5831089"/>
            <a:ext cx="8848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800" b="1" dirty="0"/>
              <a:t>Fi</a:t>
            </a:r>
            <a:r>
              <a:rPr lang="pt-BR" sz="2800" b="1" dirty="0">
                <a:solidFill>
                  <a:srgbClr val="FF0000"/>
                </a:solidFill>
              </a:rPr>
              <a:t>Py</a:t>
            </a:r>
            <a:endParaRPr lang="pt-BR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0310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28</cp:revision>
  <dcterms:created xsi:type="dcterms:W3CDTF">2026-05-20T13:22:55Z</dcterms:created>
  <dcterms:modified xsi:type="dcterms:W3CDTF">2026-06-24T11:49:15Z</dcterms:modified>
</cp:coreProperties>
</file>