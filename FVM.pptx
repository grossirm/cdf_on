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70" r:id="rId2"/>
    <p:sldId id="264" r:id="rId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A7E8FF"/>
    <a:srgbClr val="000000"/>
    <a:srgbClr val="0000FF"/>
    <a:srgbClr val="B7B7FF"/>
    <a:srgbClr val="FBE5D6"/>
    <a:srgbClr val="00F8F2"/>
    <a:srgbClr val="C1E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14" autoAdjust="0"/>
    <p:restoredTop sz="96532" autoAdjust="0"/>
  </p:normalViewPr>
  <p:slideViewPr>
    <p:cSldViewPr snapToGrid="0">
      <p:cViewPr varScale="1">
        <p:scale>
          <a:sx n="112" d="100"/>
          <a:sy n="112" d="100"/>
        </p:scale>
        <p:origin x="11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8AEFC5-E215-4F6A-919E-77DE21757023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32B40A-C99B-4123-9E10-3052575DA6B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95994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C7765-CCF9-BC17-048B-D84103E207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E7CCA-D35A-9A18-C8F2-5C42408AAA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EDB01B-CA9C-BC65-6293-9E7349E21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130B6-3C64-1CA5-0867-BB1A630EE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100D51-C202-BE77-CC45-C606F903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6358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F0E0A-7661-E749-149D-A514F9EE3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676C2-0D5F-9D75-DE17-B037CD058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57719-5A87-A6DA-B2BB-E2CD185A8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EB40F-2434-744B-9870-A14BA547F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56EDA-92FB-A4E0-8122-B34C429D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9628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8811A-C440-1525-B321-E533C2410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863F8C-F182-E479-7455-017E9AAE50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72869-DFA4-54BF-091B-F79C691AB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83714-D03E-BFF8-ABE2-697CC6FDE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3C088C-3418-B36E-3BA2-B81957293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6880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94F2F-4D0B-9C6E-EF03-E4B9B20CA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0F276-146E-FF04-BF62-A8A056729A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EDC5B-8E09-3D5E-8EDC-ABCD76C3B3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514EA9-587D-BBB9-BC0E-BCC28B9AC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FA3F16-24E8-1AAF-8BE7-73899CD15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983B4-5478-9952-8879-FA2CC5BCC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19332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06C7-EBA8-92A6-F95A-91C86830E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4AB5F-D3EA-D8DA-29AF-8E1E116CB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530CF-F798-0CE0-5F77-C13D5B7EC8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FC2D65-3518-3557-4604-4878008DB3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021A5A-14CC-8067-261C-67739B73A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69FF25-059D-4EF2-EE46-7BE3D3660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706AA0-DB8E-888B-2A82-06B0CEF51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D8B0C-E714-4248-7DF2-EF3D1B47C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029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06246-863C-EEB7-BE19-A8F8AD637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708FB8-DCA2-7373-5454-7E06293BE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079E34-CAFC-7B9B-A83A-DCFA4A8BC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9AF3E-4739-3F76-EBC2-583FC62C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83705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C34C00-C276-12A5-851C-7D48B4C67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7922CB-B786-1D5D-2A29-F6852D5B9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59DE5-CEC7-1CF5-7943-2DB7B2B4D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9958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CA26-CAAC-CECD-F16D-74BE508CF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D7EE8-14BE-121D-17E5-7316E1AF2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5C2B4-61E4-4839-0C48-11FFD81D64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AE21B-E134-FA82-0695-6D4B39EB4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F930B2-63B8-2835-7E04-EEB11CF02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72803-F0E2-7432-A7BC-A6D1B2EB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80019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2BAF1-8E59-4A97-FB29-1A9B8BEB7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AA17A-85C1-DEB0-4460-99DC9CE807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7FBCBC-B10E-EF89-A59A-AE1E66946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8F58D-111C-4927-6048-0272FC0BA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A2FBB-B8B8-FD08-236C-95AEE090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17FFF-A629-3115-1663-E7640B16F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0746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6CB99-A281-64C3-0453-34EF0EF14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41ABB8-6365-CAE7-C522-DCF836B7B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0C8B3-751A-FAFE-7FCF-98226D247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E3A34-17FA-C8B3-604B-27DDAFC24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89CAA-5C02-1CE1-75A0-5321D7EC2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7365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234C2B-E817-36A3-A837-A273F28068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277AD2-C082-2FF5-9E61-C10209D87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F79A0-64E0-C5BB-7778-BAE450BCD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D56C9-8847-4BDA-7CAA-EF473E881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52AAC-E2EE-73B3-CAE9-A5BEE2445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7998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15AC26-94BB-480E-54C6-34CEBF111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165370-71C1-8A27-71E2-94E38C13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C2D08-634C-865B-39D9-C0DE46140F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17CEB-EE26-4CFC-BFE9-9925B866603C}" type="datetimeFigureOut">
              <a:rPr lang="LID4096" smtClean="0"/>
              <a:t>06/26/2026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4D02F-205F-D4C3-9FD7-DEEC0F6530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8DE032-C529-4FE2-7B17-7F2A647429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BECFAB-8A57-4C70-8E61-4C46BD383D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96857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9.png"/><Relationship Id="rId4" Type="http://schemas.openxmlformats.org/officeDocument/2006/relationships/image" Target="../media/image24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F7D4DC02-683C-57A8-4C9E-464FEB04DDDD}"/>
              </a:ext>
            </a:extLst>
          </p:cNvPr>
          <p:cNvGrpSpPr/>
          <p:nvPr/>
        </p:nvGrpSpPr>
        <p:grpSpPr>
          <a:xfrm>
            <a:off x="3023656" y="3844817"/>
            <a:ext cx="2437988" cy="1348380"/>
            <a:chOff x="6219090" y="2554504"/>
            <a:chExt cx="2437988" cy="1275543"/>
          </a:xfrm>
        </p:grpSpPr>
        <p:sp>
          <p:nvSpPr>
            <p:cNvPr id="22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C5F778B0-96C8-A6B2-AD39-29BF6CA8D9C0}"/>
                </a:ext>
              </a:extLst>
            </p:cNvPr>
            <p:cNvSpPr txBox="1"/>
            <p:nvPr/>
          </p:nvSpPr>
          <p:spPr>
            <a:xfrm>
              <a:off x="6234330" y="2620050"/>
              <a:ext cx="2422748" cy="120999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sx="101000" sy="101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en-GB" sz="3600" b="1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5AB0185-1287-BB8B-67D5-A1AFB0452A2C}"/>
                </a:ext>
              </a:extLst>
            </p:cNvPr>
            <p:cNvSpPr txBox="1"/>
            <p:nvPr/>
          </p:nvSpPr>
          <p:spPr>
            <a:xfrm>
              <a:off x="6219090" y="2554504"/>
              <a:ext cx="2422748" cy="4367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u="sng" dirty="0">
                  <a:solidFill>
                    <a:srgbClr val="FF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Pylops</a:t>
              </a:r>
              <a:r>
                <a:rPr lang="pt-BR" sz="2400" b="1" dirty="0">
                  <a:solidFill>
                    <a:srgbClr val="FF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   </a:t>
              </a:r>
              <a:r>
                <a:rPr lang="en-US" b="1" dirty="0"/>
                <a:t>SciPy.sparse</a:t>
              </a:r>
              <a:endParaRPr lang="LID4096" b="1" u="sng" dirty="0">
                <a:solidFill>
                  <a:srgbClr val="FF0000"/>
                </a:solidFill>
              </a:endParaRPr>
            </a:p>
          </p:txBody>
        </p:sp>
        <p:pic>
          <p:nvPicPr>
            <p:cNvPr id="29" name="Picture 6" descr="PyLops - Home">
              <a:extLst>
                <a:ext uri="{FF2B5EF4-FFF2-40B4-BE49-F238E27FC236}">
                  <a16:creationId xmlns:a16="http://schemas.microsoft.com/office/drawing/2014/main" id="{2D156EE6-662A-3F15-BE13-31C5EB8368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43199" y="3196146"/>
              <a:ext cx="1578822" cy="5237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64E0AE8D-30CE-54A4-FABF-6C12984FFD85}"/>
              </a:ext>
            </a:extLst>
          </p:cNvPr>
          <p:cNvSpPr txBox="1"/>
          <p:nvPr/>
        </p:nvSpPr>
        <p:spPr>
          <a:xfrm>
            <a:off x="3036203" y="5786980"/>
            <a:ext cx="5104974" cy="41148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lIns="182880" tIns="91440" rIns="182880" bIns="91440" anchor="ctr" anchorCtr="0">
            <a:noAutofit/>
          </a:bodyPr>
          <a:lstStyle>
            <a:defPPr>
              <a:defRPr lang="LID4096"/>
            </a:defPPr>
            <a:lvl1pPr indent="0" algn="ctr">
              <a:spcAft>
                <a:spcPts val="600"/>
              </a:spcAft>
              <a:defRPr sz="2000" b="1" i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indent="0">
              <a:defRPr sz="1100"/>
            </a:lvl2pPr>
            <a:lvl3pPr indent="0">
              <a:defRPr sz="1100"/>
            </a:lvl3pPr>
            <a:lvl4pPr indent="0">
              <a:defRPr sz="1100"/>
            </a:lvl4pPr>
            <a:lvl5pPr indent="0">
              <a:defRPr sz="1100"/>
            </a:lvl5pPr>
            <a:lvl6pPr indent="0">
              <a:defRPr sz="1100"/>
            </a:lvl6pPr>
            <a:lvl7pPr indent="0">
              <a:defRPr sz="1100"/>
            </a:lvl7pPr>
            <a:lvl8pPr indent="0">
              <a:defRPr sz="1100"/>
            </a:lvl8pPr>
            <a:lvl9pPr indent="0">
              <a:defRPr sz="1100"/>
            </a:lvl9pPr>
          </a:lstStyle>
          <a:p>
            <a:r>
              <a:rPr lang="en-US" i="0" dirty="0"/>
              <a:t>FSI –</a:t>
            </a:r>
            <a:r>
              <a:rPr lang="en-US" dirty="0"/>
              <a:t> Fluid</a:t>
            </a:r>
            <a:r>
              <a:rPr lang="en-US" sz="1050" dirty="0"/>
              <a:t> </a:t>
            </a:r>
            <a:r>
              <a:rPr lang="en-US" dirty="0"/>
              <a:t>-</a:t>
            </a:r>
            <a:r>
              <a:rPr lang="en-US" sz="1050" dirty="0"/>
              <a:t> </a:t>
            </a:r>
            <a:r>
              <a:rPr lang="en-US" dirty="0"/>
              <a:t>Structure Interaction</a:t>
            </a:r>
            <a:endParaRPr lang="LID4096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EB6DC-156C-3FD8-0904-BFEC269F44DB}"/>
              </a:ext>
            </a:extLst>
          </p:cNvPr>
          <p:cNvSpPr txBox="1"/>
          <p:nvPr/>
        </p:nvSpPr>
        <p:spPr>
          <a:xfrm>
            <a:off x="495788" y="1146331"/>
            <a:ext cx="230129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noProof="0" dirty="0">
                <a:solidFill>
                  <a:srgbClr val="FF0000"/>
                </a:solidFill>
              </a:rPr>
              <a:t>CFD</a:t>
            </a:r>
            <a:r>
              <a:rPr lang="pt-BR" sz="2400" b="1" noProof="0" dirty="0">
                <a:solidFill>
                  <a:srgbClr val="FF0000"/>
                </a:solidFill>
              </a:rPr>
              <a:t>       </a:t>
            </a:r>
          </a:p>
          <a:p>
            <a:r>
              <a:rPr lang="pt-BR" sz="2400" b="1" noProof="0" dirty="0">
                <a:solidFill>
                  <a:srgbClr val="0000FF"/>
                </a:solidFill>
              </a:rPr>
              <a:t>-  Fluxo, pressão, </a:t>
            </a:r>
            <a:r>
              <a:rPr lang="pt-BR" sz="2400" b="1" noProof="0" dirty="0">
                <a:solidFill>
                  <a:srgbClr val="FF0000"/>
                </a:solidFill>
              </a:rPr>
              <a:t>temperatura, ...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D257CD-57B8-1C90-4F40-8CBC98875E6B}"/>
              </a:ext>
            </a:extLst>
          </p:cNvPr>
          <p:cNvSpPr txBox="1"/>
          <p:nvPr/>
        </p:nvSpPr>
        <p:spPr>
          <a:xfrm>
            <a:off x="4101983" y="1136635"/>
            <a:ext cx="404338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90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900" b="1" noProof="0" dirty="0"/>
              <a:t> </a:t>
            </a:r>
            <a:r>
              <a:rPr lang="pt-BR" sz="1900" b="1" noProof="0" dirty="0">
                <a:solidFill>
                  <a:srgbClr val="0000FF"/>
                </a:solidFill>
              </a:rPr>
              <a:t>Stress, Deformação, Vibração, Fadiga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1244C2-D65D-17E5-D990-3F9A368C81BA}"/>
              </a:ext>
            </a:extLst>
          </p:cNvPr>
          <p:cNvSpPr txBox="1"/>
          <p:nvPr/>
        </p:nvSpPr>
        <p:spPr>
          <a:xfrm>
            <a:off x="3038896" y="5259146"/>
            <a:ext cx="2422748" cy="38864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sx="101000" sy="101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/>
          <a:p>
            <a:pPr algn="ctr">
              <a:lnSpc>
                <a:spcPts val="2500"/>
              </a:lnSpc>
            </a:pPr>
            <a:r>
              <a:rPr lang="en-US" sz="2800" b="1" i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Sparce</a:t>
            </a:r>
            <a:r>
              <a:rPr lang="en-US" sz="2400" b="1" i="1" dirty="0">
                <a:solidFill>
                  <a:srgbClr val="00B050"/>
                </a:solidFill>
                <a:latin typeface="LMRoman12-Regular"/>
              </a:rPr>
              <a:t> </a:t>
            </a:r>
            <a:r>
              <a:rPr lang="en-US" sz="24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matrix</a:t>
            </a:r>
            <a:endParaRPr lang="LID4096" sz="16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6B3099E-3C8C-79A7-0149-342A2B9259BD}"/>
              </a:ext>
            </a:extLst>
          </p:cNvPr>
          <p:cNvGrpSpPr/>
          <p:nvPr/>
        </p:nvGrpSpPr>
        <p:grpSpPr>
          <a:xfrm>
            <a:off x="9037472" y="5126868"/>
            <a:ext cx="1841633" cy="1071592"/>
            <a:chOff x="8767132" y="5286173"/>
            <a:chExt cx="1841633" cy="1071592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E63959C-3FF5-1DDE-ED4D-1CA56AC6E9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67132" y="5286173"/>
              <a:ext cx="947946" cy="10715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8201D0F-299B-D8CB-2F50-B70D9020022B}"/>
                </a:ext>
              </a:extLst>
            </p:cNvPr>
            <p:cNvSpPr txBox="1"/>
            <p:nvPr/>
          </p:nvSpPr>
          <p:spPr>
            <a:xfrm>
              <a:off x="9723945" y="5831089"/>
              <a:ext cx="88482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2800" b="1" dirty="0"/>
                <a:t>Fi</a:t>
              </a:r>
              <a:r>
                <a:rPr lang="pt-BR" sz="2800" b="1" dirty="0">
                  <a:solidFill>
                    <a:srgbClr val="FF0000"/>
                  </a:solidFill>
                </a:rPr>
                <a:t>Py</a:t>
              </a:r>
              <a:endParaRPr lang="pt-BR" sz="2000" dirty="0">
                <a:solidFill>
                  <a:srgbClr val="FF0000"/>
                </a:solidFill>
              </a:endParaRPr>
            </a:p>
          </p:txBody>
        </p:sp>
      </p:grpSp>
      <p:sp>
        <p:nvSpPr>
          <p:cNvPr id="2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77C50378-8391-9951-A95C-5BE8B7671CDE}"/>
              </a:ext>
            </a:extLst>
          </p:cNvPr>
          <p:cNvSpPr txBox="1"/>
          <p:nvPr/>
        </p:nvSpPr>
        <p:spPr>
          <a:xfrm>
            <a:off x="3205688" y="1268492"/>
            <a:ext cx="1005840" cy="34747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+ FEA</a:t>
            </a:r>
            <a:endParaRPr lang="en-GB" sz="2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181485-821D-507C-399E-3E7B48F248A9}"/>
              </a:ext>
            </a:extLst>
          </p:cNvPr>
          <p:cNvSpPr txBox="1"/>
          <p:nvPr/>
        </p:nvSpPr>
        <p:spPr>
          <a:xfrm>
            <a:off x="4221467" y="1370546"/>
            <a:ext cx="1882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noProof="0" dirty="0">
                <a:solidFill>
                  <a:srgbClr val="FF0000"/>
                </a:solidFill>
              </a:rPr>
              <a:t>Análise Estrutural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7033FB9-4F7F-5A74-D2FF-D7EF65802C1F}"/>
              </a:ext>
            </a:extLst>
          </p:cNvPr>
          <p:cNvGrpSpPr/>
          <p:nvPr/>
        </p:nvGrpSpPr>
        <p:grpSpPr>
          <a:xfrm>
            <a:off x="3061997" y="1783427"/>
            <a:ext cx="5079180" cy="1926061"/>
            <a:chOff x="3181640" y="2138722"/>
            <a:chExt cx="4817223" cy="178441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BC64ACE-066C-0B1C-F94B-1B1656E0A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81640" y="2138722"/>
              <a:ext cx="4817223" cy="178441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23AACA-B889-9F66-422F-FD8DE94A57E9}"/>
                </a:ext>
              </a:extLst>
            </p:cNvPr>
            <p:cNvSpPr txBox="1"/>
            <p:nvPr/>
          </p:nvSpPr>
          <p:spPr>
            <a:xfrm>
              <a:off x="4977059" y="3168074"/>
              <a:ext cx="86154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F(</a:t>
              </a:r>
              <a:r>
                <a:rPr lang="el-G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Φ</a:t>
              </a:r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)</a:t>
              </a:r>
              <a:endPara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A27350B2-3C91-47FA-EC2C-78B9E63EFBD3}"/>
              </a:ext>
            </a:extLst>
          </p:cNvPr>
          <p:cNvSpPr txBox="1"/>
          <p:nvPr/>
        </p:nvSpPr>
        <p:spPr>
          <a:xfrm>
            <a:off x="495788" y="2563732"/>
            <a:ext cx="2307246" cy="22958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sx="101000" sy="101000" algn="tr" rotWithShape="0">
              <a:prstClr val="black">
                <a:alpha val="40000"/>
              </a:prstClr>
            </a:outerShdw>
          </a:effectLst>
        </p:spPr>
        <p:txBody>
          <a:bodyPr wrap="none" lIns="182880" tIns="137160" rIns="182880" bIns="91440" anchor="t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b="1" u="sng" dirty="0">
                <a:solidFill>
                  <a:srgbClr val="0000FF"/>
                </a:solidFill>
                <a:latin typeface="Calibri (Body)"/>
              </a:rPr>
              <a:t>Finite-difference</a:t>
            </a:r>
          </a:p>
          <a:p>
            <a:pPr>
              <a:spcAft>
                <a:spcPts val="600"/>
              </a:spcAft>
            </a:pPr>
            <a:r>
              <a:rPr lang="en-GB" sz="2000" b="1" dirty="0">
                <a:solidFill>
                  <a:srgbClr val="0000FF"/>
                </a:solidFill>
                <a:latin typeface="Calibri (Body)"/>
              </a:rPr>
              <a:t>  </a:t>
            </a:r>
            <a:r>
              <a:rPr lang="en-GB" sz="2000" dirty="0">
                <a:solidFill>
                  <a:srgbClr val="0000FF"/>
                </a:solidFill>
                <a:latin typeface="Calibri (Body)"/>
              </a:rPr>
              <a:t>MODFLOW</a:t>
            </a:r>
          </a:p>
          <a:p>
            <a:pPr>
              <a:spcAft>
                <a:spcPts val="600"/>
              </a:spcAft>
            </a:pPr>
            <a:r>
              <a:rPr lang="en-GB" sz="2600" b="1" u="sng" dirty="0">
                <a:solidFill>
                  <a:srgbClr val="FF0000"/>
                </a:solidFill>
                <a:latin typeface="Calibri (Body)"/>
              </a:rPr>
              <a:t>Finite-volume</a:t>
            </a:r>
          </a:p>
          <a:p>
            <a:r>
              <a:rPr lang="en-US" sz="2000" dirty="0">
                <a:solidFill>
                  <a:srgbClr val="FF0000"/>
                </a:solidFill>
                <a:latin typeface="Calibri (Body)"/>
              </a:rPr>
              <a:t>   OpenFOAM</a:t>
            </a:r>
          </a:p>
          <a:p>
            <a:r>
              <a:rPr lang="pt-BR" sz="2800" dirty="0">
                <a:solidFill>
                  <a:srgbClr val="FF0000"/>
                </a:solidFill>
                <a:latin typeface="Calibri (Body)"/>
              </a:rPr>
              <a:t>  </a:t>
            </a:r>
            <a:r>
              <a:rPr lang="pt-BR" sz="2800" b="1" dirty="0">
                <a:latin typeface="Calibri (Body)"/>
              </a:rPr>
              <a:t>Fi</a:t>
            </a:r>
            <a:r>
              <a:rPr lang="pt-BR" sz="2800" b="1" dirty="0">
                <a:solidFill>
                  <a:srgbClr val="FF0000"/>
                </a:solidFill>
                <a:latin typeface="Calibri (Body)"/>
              </a:rPr>
              <a:t>Py</a:t>
            </a:r>
            <a:endParaRPr lang="pt-BR" sz="2400" b="1" dirty="0">
              <a:solidFill>
                <a:srgbClr val="FF0000"/>
              </a:solidFill>
              <a:latin typeface="Calibri (Body)"/>
            </a:endParaRPr>
          </a:p>
        </p:txBody>
      </p:sp>
      <p:sp>
        <p:nvSpPr>
          <p:cNvPr id="19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86015928-6DB0-222D-7C84-B41EE5962163}"/>
              </a:ext>
            </a:extLst>
          </p:cNvPr>
          <p:cNvSpPr txBox="1"/>
          <p:nvPr/>
        </p:nvSpPr>
        <p:spPr>
          <a:xfrm>
            <a:off x="1861865" y="4390793"/>
            <a:ext cx="822960" cy="3474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FVM</a:t>
            </a:r>
            <a:endParaRPr lang="en-GB" sz="2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1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5C21CBE0-AEA2-3F10-3A89-CF5D05ABDBFE}"/>
              </a:ext>
            </a:extLst>
          </p:cNvPr>
          <p:cNvSpPr txBox="1"/>
          <p:nvPr/>
        </p:nvSpPr>
        <p:spPr>
          <a:xfrm>
            <a:off x="507176" y="4945057"/>
            <a:ext cx="2301290" cy="1246886"/>
          </a:xfrm>
          <a:prstGeom prst="rect">
            <a:avLst/>
          </a:prstGeom>
          <a:solidFill>
            <a:srgbClr val="A7E8FF"/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lIns="182880" tIns="109728" rIns="182880" bIns="91440" anchor="t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300"/>
              </a:spcAft>
            </a:pPr>
            <a:r>
              <a:rPr lang="en-GB" sz="1800" b="1" u="sng" dirty="0">
                <a:solidFill>
                  <a:srgbClr val="000000"/>
                </a:solidFill>
                <a:latin typeface="Calibri (Body)"/>
              </a:rPr>
              <a:t>Finite-element</a:t>
            </a:r>
          </a:p>
          <a:p>
            <a:pPr>
              <a:spcAft>
                <a:spcPts val="300"/>
              </a:spcAft>
            </a:pPr>
            <a:r>
              <a:rPr lang="en-GB" sz="1500" dirty="0">
                <a:solidFill>
                  <a:srgbClr val="000000"/>
                </a:solidFill>
                <a:latin typeface="Calibri (Body)"/>
              </a:rPr>
              <a:t>  FEniCS ; </a:t>
            </a:r>
            <a:r>
              <a:rPr lang="en-US" sz="1500" dirty="0">
                <a:latin typeface="Calibri (Body)"/>
              </a:rPr>
              <a:t>SfePy ; </a:t>
            </a:r>
            <a:r>
              <a:rPr lang="en-US" sz="1800" b="1" dirty="0">
                <a:solidFill>
                  <a:srgbClr val="FF0000"/>
                </a:solidFill>
                <a:latin typeface="Calibri (Body)"/>
              </a:rPr>
              <a:t>FEM</a:t>
            </a:r>
            <a:endParaRPr lang="en-US" sz="1500" b="1" dirty="0">
              <a:solidFill>
                <a:srgbClr val="FF0000"/>
              </a:solidFill>
              <a:latin typeface="Calibri (Body)"/>
            </a:endParaRPr>
          </a:p>
          <a:p>
            <a:pPr>
              <a:spcAft>
                <a:spcPts val="300"/>
              </a:spcAft>
            </a:pPr>
            <a:r>
              <a:rPr lang="en-GB" sz="1500" b="1" dirty="0">
                <a:latin typeface="Calibri (Body)"/>
              </a:rPr>
              <a:t>DEM, IBM, </a:t>
            </a:r>
            <a:r>
              <a:rPr lang="en-GB" sz="1500" b="1" dirty="0">
                <a:latin typeface="Calibri (Body)"/>
                <a:ea typeface="Cambria Math" panose="02040503050406030204" pitchFamily="18" charset="0"/>
              </a:rPr>
              <a:t>LBM, BEM, MEC …</a:t>
            </a:r>
            <a:endParaRPr lang="en-US" sz="1500" dirty="0">
              <a:latin typeface="Calibri (Body)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47E0C4-06A4-0E00-98DE-D2EC557C5BE5}"/>
              </a:ext>
            </a:extLst>
          </p:cNvPr>
          <p:cNvSpPr txBox="1"/>
          <p:nvPr/>
        </p:nvSpPr>
        <p:spPr>
          <a:xfrm>
            <a:off x="6095999" y="3930948"/>
            <a:ext cx="1902863" cy="74929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lIns="182880" tIns="91440" rIns="182880" bIns="91440" anchor="ctr" anchorCtr="0">
            <a:noAutofit/>
          </a:bodyPr>
          <a:lstStyle>
            <a:defPPr>
              <a:defRPr lang="LID4096"/>
            </a:defPPr>
            <a:lvl1pPr indent="0" algn="ctr">
              <a:spcAft>
                <a:spcPts val="600"/>
              </a:spcAft>
              <a:defRPr sz="2200" b="1">
                <a:latin typeface="Calibri (Body)"/>
              </a:defRPr>
            </a:lvl1pPr>
            <a:lvl2pPr indent="0">
              <a:defRPr sz="1100"/>
            </a:lvl2pPr>
            <a:lvl3pPr indent="0">
              <a:defRPr sz="1100"/>
            </a:lvl3pPr>
            <a:lvl4pPr indent="0">
              <a:defRPr sz="1100"/>
            </a:lvl4pPr>
            <a:lvl5pPr indent="0">
              <a:defRPr sz="1100"/>
            </a:lvl5pPr>
            <a:lvl6pPr indent="0">
              <a:defRPr sz="1100"/>
            </a:lvl6pPr>
            <a:lvl7pPr indent="0">
              <a:defRPr sz="1100"/>
            </a:lvl7pPr>
            <a:lvl8pPr indent="0">
              <a:defRPr sz="1100"/>
            </a:lvl8pPr>
            <a:lvl9pPr indent="0">
              <a:defRPr sz="1100"/>
            </a:lvl9pPr>
          </a:lstStyle>
          <a:p>
            <a:pPr algn="l"/>
            <a:r>
              <a:rPr lang="pt-BR" dirty="0">
                <a:solidFill>
                  <a:srgbClr val="FF0000"/>
                </a:solidFill>
              </a:rPr>
              <a:t>Py</a:t>
            </a:r>
            <a:r>
              <a:rPr lang="pt-BR" dirty="0"/>
              <a:t>Ansys </a:t>
            </a:r>
          </a:p>
          <a:p>
            <a:pPr algn="l"/>
            <a:r>
              <a:rPr lang="en-US" dirty="0">
                <a:solidFill>
                  <a:srgbClr val="FF0000"/>
                </a:solidFill>
              </a:rPr>
              <a:t>Py</a:t>
            </a:r>
            <a:r>
              <a:rPr lang="en-US" dirty="0"/>
              <a:t>MAPDL</a:t>
            </a:r>
          </a:p>
        </p:txBody>
      </p:sp>
      <p:sp>
        <p:nvSpPr>
          <p:cNvPr id="11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1231A692-B9E9-16C5-714E-D430C4055A67}"/>
              </a:ext>
            </a:extLst>
          </p:cNvPr>
          <p:cNvSpPr txBox="1"/>
          <p:nvPr/>
        </p:nvSpPr>
        <p:spPr>
          <a:xfrm>
            <a:off x="6093440" y="4778702"/>
            <a:ext cx="1902863" cy="879668"/>
          </a:xfrm>
          <a:prstGeom prst="rect">
            <a:avLst/>
          </a:prstGeom>
          <a:solidFill>
            <a:schemeClr val="bg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r">
              <a:lnSpc>
                <a:spcPts val="2500"/>
              </a:lnSpc>
              <a:defRPr sz="2400" b="1">
                <a:solidFill>
                  <a:srgbClr val="00B050"/>
                </a:solidFill>
                <a:latin typeface="LMRoman12-Regular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2000" i="1" dirty="0"/>
              <a:t>   - Stiffness </a:t>
            </a:r>
          </a:p>
          <a:p>
            <a:pPr algn="l"/>
            <a:r>
              <a:rPr lang="en-GB" sz="2000" i="1" dirty="0"/>
              <a:t>   - Mass    </a:t>
            </a:r>
          </a:p>
          <a:p>
            <a:pPr algn="l"/>
            <a:r>
              <a:rPr lang="en-GB" sz="2000" i="1" dirty="0"/>
              <a:t>            </a:t>
            </a:r>
            <a:r>
              <a:rPr lang="en-GB" sz="20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matrix</a:t>
            </a:r>
            <a:endParaRPr lang="en-US" sz="2000" i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7D6F81-D2BE-AA8E-7669-09B0462B454C}"/>
              </a:ext>
            </a:extLst>
          </p:cNvPr>
          <p:cNvSpPr txBox="1"/>
          <p:nvPr/>
        </p:nvSpPr>
        <p:spPr>
          <a:xfrm>
            <a:off x="9037472" y="1214549"/>
            <a:ext cx="2528273" cy="33843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91440" rIns="182880" bIns="18288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Sparce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matrix</a:t>
            </a:r>
            <a:endParaRPr kumimoji="0" lang="en-US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LMRoman12-Regular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Derivative</a:t>
            </a: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</a:t>
            </a:r>
            <a:endParaRPr kumimoji="0" lang="en-US" sz="11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Asymmetric</a:t>
            </a:r>
            <a:r>
              <a:rPr kumimoji="0" lang="en-US" sz="1600" b="0" i="1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</a:t>
            </a:r>
            <a:endParaRPr kumimoji="0" lang="en-US" sz="1600" b="0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algn="r">
              <a:lnSpc>
                <a:spcPts val="3700"/>
              </a:lnSpc>
            </a:pPr>
            <a:r>
              <a:rPr lang="en-US" sz="2400" b="1" i="1" u="sng" dirty="0">
                <a:solidFill>
                  <a:srgbClr val="0000FF"/>
                </a:solidFill>
                <a:latin typeface="LMRoman12-Regular"/>
              </a:rPr>
              <a:t>COV</a:t>
            </a:r>
            <a:r>
              <a:rPr lang="en-US" sz="2400" b="1" i="1" dirty="0">
                <a:solidFill>
                  <a:srgbClr val="0000FF"/>
                </a:solidFill>
                <a:latin typeface="LMRoman12-Regular"/>
              </a:rPr>
              <a:t>ariance </a:t>
            </a:r>
            <a:r>
              <a:rPr lang="en-US" b="1" i="1" dirty="0">
                <a:solidFill>
                  <a:srgbClr val="00B050"/>
                </a:solidFill>
                <a:latin typeface="LMRoman12-Regular"/>
              </a:rPr>
              <a:t>matrix</a:t>
            </a:r>
            <a:endParaRPr lang="en-US" sz="1600" b="1" i="1" dirty="0">
              <a:solidFill>
                <a:srgbClr val="00B050"/>
              </a:solidFill>
              <a:latin typeface="LMRoman12-Regular"/>
            </a:endParaRPr>
          </a:p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Roman12-Regular"/>
                <a:ea typeface="+mn-ea"/>
                <a:cs typeface="+mn-cs"/>
              </a:rPr>
              <a:t>Coefficient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matrix</a:t>
            </a:r>
            <a:endParaRPr kumimoji="0" lang="LID4096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Regressor</a:t>
            </a:r>
            <a:r>
              <a:rPr kumimoji="0" lang="en-US" sz="1600" b="1" i="1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</a:t>
            </a:r>
            <a:endParaRPr kumimoji="0" lang="en-US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Roman12-Regular"/>
                <a:ea typeface="+mn-ea"/>
                <a:cs typeface="+mn-cs"/>
              </a:rPr>
              <a:t>Design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Roman12-Regular"/>
                <a:ea typeface="+mn-ea"/>
                <a:cs typeface="+mn-cs"/>
              </a:rPr>
              <a:t> </a:t>
            </a:r>
            <a:r>
              <a:rPr kumimoji="0" lang="en-US" sz="20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m</a:t>
            </a:r>
            <a:r>
              <a:rPr kumimoji="0" lang="en-US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LMRoman12-Regular"/>
                <a:ea typeface="+mn-ea"/>
                <a:cs typeface="+mn-cs"/>
              </a:rPr>
              <a:t>atrix</a:t>
            </a:r>
            <a:endParaRPr kumimoji="0" lang="en-US" sz="1600" b="1" i="1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3830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4C77C-AB83-1B1A-9E7D-A0A1C2E98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4661C45-C3C9-36ED-887D-2385B0264863}"/>
              </a:ext>
            </a:extLst>
          </p:cNvPr>
          <p:cNvGrpSpPr>
            <a:grpSpLocks noChangeAspect="1"/>
          </p:cNvGrpSpPr>
          <p:nvPr/>
        </p:nvGrpSpPr>
        <p:grpSpPr>
          <a:xfrm>
            <a:off x="2127053" y="4594452"/>
            <a:ext cx="1773751" cy="1707354"/>
            <a:chOff x="461511" y="5030643"/>
            <a:chExt cx="1701974" cy="15767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8C9DFC-5131-8108-6E4B-A1499282FA73}"/>
                </a:ext>
              </a:extLst>
            </p:cNvPr>
            <p:cNvSpPr/>
            <p:nvPr/>
          </p:nvSpPr>
          <p:spPr>
            <a:xfrm>
              <a:off x="461511" y="5030643"/>
              <a:ext cx="1652959" cy="152466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078FAE7-BB5A-543B-CEDA-A1544F948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444" t="15866" r="32092" b="10122"/>
            <a:stretch>
              <a:fillRect/>
            </a:stretch>
          </p:blipFill>
          <p:spPr>
            <a:xfrm>
              <a:off x="519638" y="5117885"/>
              <a:ext cx="1643847" cy="1489496"/>
            </a:xfrm>
            <a:prstGeom prst="rect">
              <a:avLst/>
            </a:prstGeom>
          </p:spPr>
        </p:pic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10900A2E-170E-332F-866D-181D7FA88D5D}"/>
              </a:ext>
            </a:extLst>
          </p:cNvPr>
          <p:cNvSpPr/>
          <p:nvPr/>
        </p:nvSpPr>
        <p:spPr>
          <a:xfrm>
            <a:off x="412305" y="4588388"/>
            <a:ext cx="1593222" cy="11665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D7312-061A-F1BD-4976-16D4A24ACDDE}"/>
              </a:ext>
            </a:extLst>
          </p:cNvPr>
          <p:cNvSpPr txBox="1"/>
          <p:nvPr/>
        </p:nvSpPr>
        <p:spPr>
          <a:xfrm>
            <a:off x="272599" y="523299"/>
            <a:ext cx="5367946" cy="5846573"/>
          </a:xfrm>
          <a:prstGeom prst="rect">
            <a:avLst/>
          </a:prstGeom>
          <a:solidFill>
            <a:srgbClr val="A7E8FF"/>
          </a:solidFill>
        </p:spPr>
        <p:txBody>
          <a:bodyPr wrap="square" rtlCol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pt-BR" b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2084CDC-5614-F208-5B6F-568884600CCF}"/>
              </a:ext>
            </a:extLst>
          </p:cNvPr>
          <p:cNvGrpSpPr>
            <a:grpSpLocks noChangeAspect="1"/>
          </p:cNvGrpSpPr>
          <p:nvPr/>
        </p:nvGrpSpPr>
        <p:grpSpPr>
          <a:xfrm>
            <a:off x="688622" y="1995080"/>
            <a:ext cx="2534869" cy="1563582"/>
            <a:chOff x="734330" y="2491541"/>
            <a:chExt cx="1585748" cy="97814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9159832-9778-8934-98C6-970EC908AF6B}"/>
                </a:ext>
              </a:extLst>
            </p:cNvPr>
            <p:cNvSpPr txBox="1"/>
            <p:nvPr/>
          </p:nvSpPr>
          <p:spPr>
            <a:xfrm>
              <a:off x="734330" y="2525578"/>
              <a:ext cx="1286335" cy="94410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/>
            <a:p>
              <a:pPr algn="ctr"/>
              <a:endParaRPr lang="en-US" sz="16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16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20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  <a:p>
              <a:pPr algn="ctr"/>
              <a:endParaRPr lang="en-US" sz="2000" b="1" i="0" u="none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C79FA5AA-24F8-9353-F217-1A213FFD5EE1}"/>
                    </a:ext>
                  </a:extLst>
                </p:cNvPr>
                <p:cNvSpPr txBox="1"/>
                <p:nvPr/>
              </p:nvSpPr>
              <p:spPr>
                <a:xfrm>
                  <a:off x="768541" y="2491541"/>
                  <a:ext cx="1551537" cy="76353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t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just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eqArr>
                              <m:eqArrPr>
                                <m:ctrlPr>
                                  <a:rPr lang="en-US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 ∗ 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∗</m:t>
                                </m:r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</m:t>
                                </m:r>
                                <m:borderBox>
                                  <m:borderBoxPr>
                                    <m:ctrlPr>
                                      <a:rPr lang="pt-BR" sz="2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rderBoxPr>
                                  <m:e>
                                    <m:r>
                                      <a:rPr lang="pt-BR" sz="2400" b="1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∗</m:t>
                                    </m:r>
                                  </m:e>
                                </m:borderBox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∗ 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∗  ∗  ∗</m:t>
                                </m:r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pt-BR" sz="2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  ∗</m:t>
                                </m:r>
                              </m:e>
                            </m:eqArr>
                            <m:r>
                              <a:rPr lang="pt-BR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GB" sz="24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pt-BR" sz="24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∗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400" b="1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400" b="1" i="1" dirty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pt-BR" sz="2400" b="1" i="1" dirty="0" smtClean="0">
                                      <a:solidFill>
                                        <a:srgbClr val="A7E8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pt-BR" sz="2400" b="1" i="1" dirty="0" smtClean="0">
                                      <a:solidFill>
                                        <a:srgbClr val="A7E8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2400" b="1" i="1" dirty="0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2400" b="1" i="1" spc="150" dirty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𝝓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pt-BR" sz="2400" b="1" i="1" dirty="0" smtClean="0">
                                            <a:solidFill>
                                              <a:srgbClr val="A7E8FF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.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pt-BR" sz="2400" b="1" i="1" dirty="0" smtClean="0">
                                            <a:solidFill>
                                              <a:srgbClr val="A7E8FF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.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  <m:r>
                          <a:rPr lang="pt-BR" sz="2400" b="1" i="1" dirty="0" smtClean="0">
                            <a:solidFill>
                              <a:srgbClr val="A7E8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</m:t>
                        </m:r>
                        <m:r>
                          <a:rPr kumimoji="0" lang="pt-BR" sz="2400" b="1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  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400" b="1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2400" b="1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pt-BR" sz="2400" b="1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  <m:e>
                                <m:borderBox>
                                  <m:borderBoxPr>
                                    <m:ctrlPr>
                                      <a:rPr lang="pt-BR" sz="2400" b="1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rderBoxPr>
                                  <m:e>
                                    <m:r>
                                      <a:rPr lang="pt-BR" sz="2400" b="1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∗</m:t>
                                    </m:r>
                                  </m:e>
                                </m:borderBox>
                              </m:e>
                              <m:e>
                                <m:r>
                                  <a:rPr lang="pt-BR" sz="2400" b="1" i="1" dirty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  <m:e>
                                <m:r>
                                  <a:rPr lang="pt-BR" sz="2400" b="1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kumimoji="0" lang="en-GB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8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0448708D-9BC7-B47C-2C2E-F888909D89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541" y="2491541"/>
                  <a:ext cx="1551537" cy="763537"/>
                </a:xfrm>
                <a:prstGeom prst="rect">
                  <a:avLst/>
                </a:prstGeom>
                <a:blipFill>
                  <a:blip r:embed="rId4"/>
                  <a:stretch>
                    <a:fillRect r="-69779" b="-24000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3871CFF-2CD9-A63E-06AB-DFB9B57E5552}"/>
                  </a:ext>
                </a:extLst>
              </p:cNvPr>
              <p:cNvSpPr txBox="1"/>
              <p:nvPr/>
            </p:nvSpPr>
            <p:spPr>
              <a:xfrm>
                <a:off x="494523" y="570019"/>
                <a:ext cx="5208415" cy="94338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a:rPr lang="en-US" sz="3000" b="1" i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den>
                      </m:f>
                      <m:r>
                        <a:rPr lang="pt-BR" sz="3000" b="1" i="1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3000" b="1" i="1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𝝓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</m:t>
                      </m:r>
                      <m:sSup>
                        <m:sSupPr>
                          <m:ctrlPr>
                            <a:rPr lang="en-US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LID4096" sz="3000" b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pt-BR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3000" b="1" i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𝝓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LID4096" sz="3000" b="1" spc="15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sz="3000" b="1" i="0" spc="15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pt-BR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000" b="1" i="1" spc="150" dirty="0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3000" b="1" i="1" spc="150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LID4096" sz="3000" b="1" spc="15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3871CFF-2CD9-A63E-06AB-DFB9B57E5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23" y="570019"/>
                <a:ext cx="5208415" cy="943385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799781A7-0DAD-E62E-3098-6113A49AE127}"/>
              </a:ext>
            </a:extLst>
          </p:cNvPr>
          <p:cNvSpPr txBox="1"/>
          <p:nvPr/>
        </p:nvSpPr>
        <p:spPr>
          <a:xfrm>
            <a:off x="2910063" y="4046795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OBS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1" name="Arrow: Left-Right 20">
            <a:extLst>
              <a:ext uri="{FF2B5EF4-FFF2-40B4-BE49-F238E27FC236}">
                <a16:creationId xmlns:a16="http://schemas.microsoft.com/office/drawing/2014/main" id="{F17B9C79-3FEA-53C5-B5F2-DC486BF46CBE}"/>
              </a:ext>
            </a:extLst>
          </p:cNvPr>
          <p:cNvSpPr/>
          <p:nvPr/>
        </p:nvSpPr>
        <p:spPr>
          <a:xfrm>
            <a:off x="3709114" y="4132793"/>
            <a:ext cx="554126" cy="302015"/>
          </a:xfrm>
          <a:prstGeom prst="leftRightArrow">
            <a:avLst>
              <a:gd name="adj1" fmla="val 35808"/>
              <a:gd name="adj2" fmla="val 40539"/>
            </a:avLst>
          </a:prstGeom>
          <a:solidFill>
            <a:schemeClr val="tx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2DB1E7-6061-B4C8-505F-740A7DD836BA}"/>
              </a:ext>
            </a:extLst>
          </p:cNvPr>
          <p:cNvSpPr txBox="1"/>
          <p:nvPr/>
        </p:nvSpPr>
        <p:spPr>
          <a:xfrm>
            <a:off x="4318064" y="4065846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PAR</a:t>
            </a:r>
            <a:endParaRPr lang="LID4096" sz="24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1C1275-0414-71B2-FE9D-01080D63D4A7}"/>
              </a:ext>
            </a:extLst>
          </p:cNvPr>
          <p:cNvSpPr txBox="1"/>
          <p:nvPr/>
        </p:nvSpPr>
        <p:spPr>
          <a:xfrm>
            <a:off x="704765" y="4038429"/>
            <a:ext cx="2051652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8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Modelo</a:t>
            </a:r>
            <a:endParaRPr lang="LID4096" b="1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71FE1A-000C-E140-FB7E-F064AE137702}"/>
              </a:ext>
            </a:extLst>
          </p:cNvPr>
          <p:cNvSpPr txBox="1"/>
          <p:nvPr/>
        </p:nvSpPr>
        <p:spPr>
          <a:xfrm>
            <a:off x="1710728" y="561320"/>
            <a:ext cx="3828024" cy="36933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dirty="0"/>
              <a:t>convecção              difusão            fontes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4372C45-4D5A-6A52-AE18-B22041B7A9D2}"/>
              </a:ext>
            </a:extLst>
          </p:cNvPr>
          <p:cNvGrpSpPr/>
          <p:nvPr/>
        </p:nvGrpSpPr>
        <p:grpSpPr>
          <a:xfrm>
            <a:off x="884278" y="1429543"/>
            <a:ext cx="4230930" cy="574017"/>
            <a:chOff x="1012027" y="1716685"/>
            <a:chExt cx="4100791" cy="713340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70AD791-CBAF-3ECF-7C3E-4CADD0481F20}"/>
                </a:ext>
              </a:extLst>
            </p:cNvPr>
            <p:cNvSpPr/>
            <p:nvPr/>
          </p:nvSpPr>
          <p:spPr>
            <a:xfrm>
              <a:off x="1077913" y="1844061"/>
              <a:ext cx="3433583" cy="571601"/>
            </a:xfrm>
            <a:custGeom>
              <a:avLst/>
              <a:gdLst>
                <a:gd name="connsiteX0" fmla="*/ 35627 w 3513933"/>
                <a:gd name="connsiteY0" fmla="*/ 0 h 770965"/>
                <a:gd name="connsiteX1" fmla="*/ 250780 w 3513933"/>
                <a:gd name="connsiteY1" fmla="*/ 268942 h 770965"/>
                <a:gd name="connsiteX2" fmla="*/ 1909251 w 3513933"/>
                <a:gd name="connsiteY2" fmla="*/ 385483 h 770965"/>
                <a:gd name="connsiteX3" fmla="*/ 3244992 w 3513933"/>
                <a:gd name="connsiteY3" fmla="*/ 555812 h 770965"/>
                <a:gd name="connsiteX4" fmla="*/ 3513933 w 3513933"/>
                <a:gd name="connsiteY4" fmla="*/ 770965 h 770965"/>
                <a:gd name="connsiteX0" fmla="*/ 18181 w 3592407"/>
                <a:gd name="connsiteY0" fmla="*/ 0 h 726142"/>
                <a:gd name="connsiteX1" fmla="*/ 329254 w 3592407"/>
                <a:gd name="connsiteY1" fmla="*/ 224119 h 726142"/>
                <a:gd name="connsiteX2" fmla="*/ 1987725 w 3592407"/>
                <a:gd name="connsiteY2" fmla="*/ 340660 h 726142"/>
                <a:gd name="connsiteX3" fmla="*/ 3323466 w 3592407"/>
                <a:gd name="connsiteY3" fmla="*/ 510989 h 726142"/>
                <a:gd name="connsiteX4" fmla="*/ 3592407 w 3592407"/>
                <a:gd name="connsiteY4" fmla="*/ 726142 h 726142"/>
                <a:gd name="connsiteX0" fmla="*/ 16159 w 3609569"/>
                <a:gd name="connsiteY0" fmla="*/ 0 h 654424"/>
                <a:gd name="connsiteX1" fmla="*/ 346416 w 3609569"/>
                <a:gd name="connsiteY1" fmla="*/ 152401 h 654424"/>
                <a:gd name="connsiteX2" fmla="*/ 2004887 w 3609569"/>
                <a:gd name="connsiteY2" fmla="*/ 268942 h 654424"/>
                <a:gd name="connsiteX3" fmla="*/ 3340628 w 3609569"/>
                <a:gd name="connsiteY3" fmla="*/ 439271 h 654424"/>
                <a:gd name="connsiteX4" fmla="*/ 3609569 w 3609569"/>
                <a:gd name="connsiteY4" fmla="*/ 654424 h 654424"/>
                <a:gd name="connsiteX0" fmla="*/ 15908 w 3611956"/>
                <a:gd name="connsiteY0" fmla="*/ 0 h 663827"/>
                <a:gd name="connsiteX1" fmla="*/ 348803 w 3611956"/>
                <a:gd name="connsiteY1" fmla="*/ 161804 h 663827"/>
                <a:gd name="connsiteX2" fmla="*/ 2007274 w 3611956"/>
                <a:gd name="connsiteY2" fmla="*/ 278345 h 663827"/>
                <a:gd name="connsiteX3" fmla="*/ 3343015 w 3611956"/>
                <a:gd name="connsiteY3" fmla="*/ 448674 h 663827"/>
                <a:gd name="connsiteX4" fmla="*/ 3611956 w 3611956"/>
                <a:gd name="connsiteY4" fmla="*/ 663827 h 663827"/>
                <a:gd name="connsiteX0" fmla="*/ 0 w 3596048"/>
                <a:gd name="connsiteY0" fmla="*/ 0 h 663827"/>
                <a:gd name="connsiteX1" fmla="*/ 332895 w 3596048"/>
                <a:gd name="connsiteY1" fmla="*/ 161804 h 663827"/>
                <a:gd name="connsiteX2" fmla="*/ 1991366 w 3596048"/>
                <a:gd name="connsiteY2" fmla="*/ 278345 h 663827"/>
                <a:gd name="connsiteX3" fmla="*/ 3327107 w 3596048"/>
                <a:gd name="connsiteY3" fmla="*/ 448674 h 663827"/>
                <a:gd name="connsiteX4" fmla="*/ 3596048 w 3596048"/>
                <a:gd name="connsiteY4" fmla="*/ 663827 h 663827"/>
                <a:gd name="connsiteX0" fmla="*/ 0 w 3581974"/>
                <a:gd name="connsiteY0" fmla="*/ 0 h 670096"/>
                <a:gd name="connsiteX1" fmla="*/ 332895 w 3581974"/>
                <a:gd name="connsiteY1" fmla="*/ 161804 h 670096"/>
                <a:gd name="connsiteX2" fmla="*/ 1991366 w 3581974"/>
                <a:gd name="connsiteY2" fmla="*/ 278345 h 670096"/>
                <a:gd name="connsiteX3" fmla="*/ 3327107 w 3581974"/>
                <a:gd name="connsiteY3" fmla="*/ 448674 h 670096"/>
                <a:gd name="connsiteX4" fmla="*/ 3581974 w 3581974"/>
                <a:gd name="connsiteY4" fmla="*/ 670096 h 670096"/>
                <a:gd name="connsiteX0" fmla="*/ 0 w 3662897"/>
                <a:gd name="connsiteY0" fmla="*/ 0 h 673230"/>
                <a:gd name="connsiteX1" fmla="*/ 332895 w 3662897"/>
                <a:gd name="connsiteY1" fmla="*/ 161804 h 673230"/>
                <a:gd name="connsiteX2" fmla="*/ 1991366 w 3662897"/>
                <a:gd name="connsiteY2" fmla="*/ 278345 h 673230"/>
                <a:gd name="connsiteX3" fmla="*/ 3327107 w 3662897"/>
                <a:gd name="connsiteY3" fmla="*/ 448674 h 673230"/>
                <a:gd name="connsiteX4" fmla="*/ 3662897 w 3662897"/>
                <a:gd name="connsiteY4" fmla="*/ 673230 h 673230"/>
                <a:gd name="connsiteX0" fmla="*/ 0 w 3671407"/>
                <a:gd name="connsiteY0" fmla="*/ 0 h 673230"/>
                <a:gd name="connsiteX1" fmla="*/ 332895 w 3671407"/>
                <a:gd name="connsiteY1" fmla="*/ 161804 h 673230"/>
                <a:gd name="connsiteX2" fmla="*/ 1991366 w 3671407"/>
                <a:gd name="connsiteY2" fmla="*/ 278345 h 673230"/>
                <a:gd name="connsiteX3" fmla="*/ 3327107 w 3671407"/>
                <a:gd name="connsiteY3" fmla="*/ 448674 h 673230"/>
                <a:gd name="connsiteX4" fmla="*/ 3662897 w 3671407"/>
                <a:gd name="connsiteY4" fmla="*/ 673230 h 673230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26461"/>
                <a:gd name="connsiteY0" fmla="*/ 0 h 676423"/>
                <a:gd name="connsiteX1" fmla="*/ 448221 w 3626461"/>
                <a:gd name="connsiteY1" fmla="*/ 235241 h 676423"/>
                <a:gd name="connsiteX2" fmla="*/ 1960838 w 3626461"/>
                <a:gd name="connsiteY2" fmla="*/ 281538 h 676423"/>
                <a:gd name="connsiteX3" fmla="*/ 3296579 w 3626461"/>
                <a:gd name="connsiteY3" fmla="*/ 451867 h 676423"/>
                <a:gd name="connsiteX4" fmla="*/ 3617104 w 3626461"/>
                <a:gd name="connsiteY4" fmla="*/ 676423 h 676423"/>
                <a:gd name="connsiteX0" fmla="*/ 0 w 3646378"/>
                <a:gd name="connsiteY0" fmla="*/ 0 h 676423"/>
                <a:gd name="connsiteX1" fmla="*/ 448221 w 3646378"/>
                <a:gd name="connsiteY1" fmla="*/ 235241 h 676423"/>
                <a:gd name="connsiteX2" fmla="*/ 1960838 w 3646378"/>
                <a:gd name="connsiteY2" fmla="*/ 281538 h 676423"/>
                <a:gd name="connsiteX3" fmla="*/ 3428865 w 3646378"/>
                <a:gd name="connsiteY3" fmla="*/ 415055 h 676423"/>
                <a:gd name="connsiteX4" fmla="*/ 3617104 w 3646378"/>
                <a:gd name="connsiteY4" fmla="*/ 676423 h 676423"/>
                <a:gd name="connsiteX0" fmla="*/ 0 w 3642822"/>
                <a:gd name="connsiteY0" fmla="*/ 0 h 639613"/>
                <a:gd name="connsiteX1" fmla="*/ 448221 w 3642822"/>
                <a:gd name="connsiteY1" fmla="*/ 235241 h 639613"/>
                <a:gd name="connsiteX2" fmla="*/ 1960838 w 3642822"/>
                <a:gd name="connsiteY2" fmla="*/ 281538 h 639613"/>
                <a:gd name="connsiteX3" fmla="*/ 3428865 w 3642822"/>
                <a:gd name="connsiteY3" fmla="*/ 415055 h 639613"/>
                <a:gd name="connsiteX4" fmla="*/ 3612017 w 3642822"/>
                <a:gd name="connsiteY4" fmla="*/ 639613 h 639613"/>
                <a:gd name="connsiteX0" fmla="*/ 0 w 3627177"/>
                <a:gd name="connsiteY0" fmla="*/ 0 h 639613"/>
                <a:gd name="connsiteX1" fmla="*/ 448221 w 3627177"/>
                <a:gd name="connsiteY1" fmla="*/ 235241 h 639613"/>
                <a:gd name="connsiteX2" fmla="*/ 1960838 w 3627177"/>
                <a:gd name="connsiteY2" fmla="*/ 281538 h 639613"/>
                <a:gd name="connsiteX3" fmla="*/ 3428865 w 3627177"/>
                <a:gd name="connsiteY3" fmla="*/ 415055 h 639613"/>
                <a:gd name="connsiteX4" fmla="*/ 3612017 w 3627177"/>
                <a:gd name="connsiteY4" fmla="*/ 639613 h 639613"/>
                <a:gd name="connsiteX0" fmla="*/ 0 w 3671040"/>
                <a:gd name="connsiteY0" fmla="*/ 0 h 671165"/>
                <a:gd name="connsiteX1" fmla="*/ 448221 w 3671040"/>
                <a:gd name="connsiteY1" fmla="*/ 235241 h 671165"/>
                <a:gd name="connsiteX2" fmla="*/ 1960838 w 3671040"/>
                <a:gd name="connsiteY2" fmla="*/ 281538 h 671165"/>
                <a:gd name="connsiteX3" fmla="*/ 3428865 w 3671040"/>
                <a:gd name="connsiteY3" fmla="*/ 415055 h 671165"/>
                <a:gd name="connsiteX4" fmla="*/ 3667984 w 3671040"/>
                <a:gd name="connsiteY4" fmla="*/ 671165 h 671165"/>
                <a:gd name="connsiteX0" fmla="*/ 0 w 3675351"/>
                <a:gd name="connsiteY0" fmla="*/ 0 h 671165"/>
                <a:gd name="connsiteX1" fmla="*/ 448221 w 3675351"/>
                <a:gd name="connsiteY1" fmla="*/ 235241 h 671165"/>
                <a:gd name="connsiteX2" fmla="*/ 1960838 w 3675351"/>
                <a:gd name="connsiteY2" fmla="*/ 281538 h 671165"/>
                <a:gd name="connsiteX3" fmla="*/ 3456111 w 3675351"/>
                <a:gd name="connsiteY3" fmla="*/ 337927 h 671165"/>
                <a:gd name="connsiteX4" fmla="*/ 3667984 w 3675351"/>
                <a:gd name="connsiteY4" fmla="*/ 671165 h 671165"/>
                <a:gd name="connsiteX0" fmla="*/ 0 w 3671198"/>
                <a:gd name="connsiteY0" fmla="*/ 0 h 671165"/>
                <a:gd name="connsiteX1" fmla="*/ 448221 w 3671198"/>
                <a:gd name="connsiteY1" fmla="*/ 235241 h 671165"/>
                <a:gd name="connsiteX2" fmla="*/ 1960838 w 3671198"/>
                <a:gd name="connsiteY2" fmla="*/ 281538 h 671165"/>
                <a:gd name="connsiteX3" fmla="*/ 3456111 w 3671198"/>
                <a:gd name="connsiteY3" fmla="*/ 337927 h 671165"/>
                <a:gd name="connsiteX4" fmla="*/ 3667984 w 3671198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4562"/>
                <a:gd name="connsiteY0" fmla="*/ 0 h 684312"/>
                <a:gd name="connsiteX1" fmla="*/ 448221 w 3674562"/>
                <a:gd name="connsiteY1" fmla="*/ 235241 h 684312"/>
                <a:gd name="connsiteX2" fmla="*/ 1960838 w 3674562"/>
                <a:gd name="connsiteY2" fmla="*/ 281538 h 684312"/>
                <a:gd name="connsiteX3" fmla="*/ 3456111 w 3674562"/>
                <a:gd name="connsiteY3" fmla="*/ 337927 h 684312"/>
                <a:gd name="connsiteX4" fmla="*/ 3672823 w 3674562"/>
                <a:gd name="connsiteY4" fmla="*/ 684312 h 684312"/>
                <a:gd name="connsiteX0" fmla="*/ 0 w 3676840"/>
                <a:gd name="connsiteY0" fmla="*/ 0 h 694829"/>
                <a:gd name="connsiteX1" fmla="*/ 448221 w 3676840"/>
                <a:gd name="connsiteY1" fmla="*/ 235241 h 694829"/>
                <a:gd name="connsiteX2" fmla="*/ 1960838 w 3676840"/>
                <a:gd name="connsiteY2" fmla="*/ 281538 h 694829"/>
                <a:gd name="connsiteX3" fmla="*/ 3456111 w 3676840"/>
                <a:gd name="connsiteY3" fmla="*/ 337927 h 694829"/>
                <a:gd name="connsiteX4" fmla="*/ 3675244 w 3676840"/>
                <a:gd name="connsiteY4" fmla="*/ 694829 h 694829"/>
                <a:gd name="connsiteX0" fmla="*/ 0 w 3683752"/>
                <a:gd name="connsiteY0" fmla="*/ 0 h 686942"/>
                <a:gd name="connsiteX1" fmla="*/ 448221 w 3683752"/>
                <a:gd name="connsiteY1" fmla="*/ 235241 h 686942"/>
                <a:gd name="connsiteX2" fmla="*/ 1960838 w 3683752"/>
                <a:gd name="connsiteY2" fmla="*/ 281538 h 686942"/>
                <a:gd name="connsiteX3" fmla="*/ 3456111 w 3683752"/>
                <a:gd name="connsiteY3" fmla="*/ 337927 h 686942"/>
                <a:gd name="connsiteX4" fmla="*/ 3682503 w 3683752"/>
                <a:gd name="connsiteY4" fmla="*/ 686942 h 686942"/>
                <a:gd name="connsiteX0" fmla="*/ 0 w 3682503"/>
                <a:gd name="connsiteY0" fmla="*/ 0 h 686942"/>
                <a:gd name="connsiteX1" fmla="*/ 448221 w 3682503"/>
                <a:gd name="connsiteY1" fmla="*/ 235241 h 686942"/>
                <a:gd name="connsiteX2" fmla="*/ 1960838 w 3682503"/>
                <a:gd name="connsiteY2" fmla="*/ 281538 h 686942"/>
                <a:gd name="connsiteX3" fmla="*/ 3456111 w 3682503"/>
                <a:gd name="connsiteY3" fmla="*/ 337927 h 686942"/>
                <a:gd name="connsiteX4" fmla="*/ 3682503 w 3682503"/>
                <a:gd name="connsiteY4" fmla="*/ 686942 h 686942"/>
                <a:gd name="connsiteX0" fmla="*/ 0 w 3682503"/>
                <a:gd name="connsiteY0" fmla="*/ 0 h 683404"/>
                <a:gd name="connsiteX1" fmla="*/ 448221 w 3682503"/>
                <a:gd name="connsiteY1" fmla="*/ 235241 h 683404"/>
                <a:gd name="connsiteX2" fmla="*/ 1960838 w 3682503"/>
                <a:gd name="connsiteY2" fmla="*/ 281538 h 683404"/>
                <a:gd name="connsiteX3" fmla="*/ 3456111 w 3682503"/>
                <a:gd name="connsiteY3" fmla="*/ 337927 h 683404"/>
                <a:gd name="connsiteX4" fmla="*/ 3682503 w 3682503"/>
                <a:gd name="connsiteY4" fmla="*/ 683404 h 683404"/>
                <a:gd name="connsiteX0" fmla="*/ 0 w 3682636"/>
                <a:gd name="connsiteY0" fmla="*/ 0 h 683404"/>
                <a:gd name="connsiteX1" fmla="*/ 448221 w 3682636"/>
                <a:gd name="connsiteY1" fmla="*/ 235241 h 683404"/>
                <a:gd name="connsiteX2" fmla="*/ 1960838 w 3682636"/>
                <a:gd name="connsiteY2" fmla="*/ 281538 h 683404"/>
                <a:gd name="connsiteX3" fmla="*/ 3456111 w 3682636"/>
                <a:gd name="connsiteY3" fmla="*/ 337927 h 683404"/>
                <a:gd name="connsiteX4" fmla="*/ 3682503 w 3682636"/>
                <a:gd name="connsiteY4" fmla="*/ 683404 h 683404"/>
                <a:gd name="connsiteX0" fmla="*/ 0 w 3683158"/>
                <a:gd name="connsiteY0" fmla="*/ 0 h 683404"/>
                <a:gd name="connsiteX1" fmla="*/ 448221 w 3683158"/>
                <a:gd name="connsiteY1" fmla="*/ 235241 h 683404"/>
                <a:gd name="connsiteX2" fmla="*/ 1960838 w 3683158"/>
                <a:gd name="connsiteY2" fmla="*/ 281538 h 683404"/>
                <a:gd name="connsiteX3" fmla="*/ 3456111 w 3683158"/>
                <a:gd name="connsiteY3" fmla="*/ 337927 h 683404"/>
                <a:gd name="connsiteX4" fmla="*/ 3682503 w 3683158"/>
                <a:gd name="connsiteY4" fmla="*/ 683404 h 683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3158" h="683404">
                  <a:moveTo>
                    <a:pt x="0" y="0"/>
                  </a:moveTo>
                  <a:cubicBezTo>
                    <a:pt x="10254" y="143854"/>
                    <a:pt x="6088" y="233018"/>
                    <a:pt x="448221" y="235241"/>
                  </a:cubicBezTo>
                  <a:cubicBezTo>
                    <a:pt x="890354" y="237464"/>
                    <a:pt x="1459523" y="264424"/>
                    <a:pt x="1960838" y="281538"/>
                  </a:cubicBezTo>
                  <a:cubicBezTo>
                    <a:pt x="2462153" y="298652"/>
                    <a:pt x="3150349" y="302602"/>
                    <a:pt x="3456111" y="337927"/>
                  </a:cubicBezTo>
                  <a:cubicBezTo>
                    <a:pt x="3682690" y="346956"/>
                    <a:pt x="3686111" y="511276"/>
                    <a:pt x="3682503" y="683404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A1162BA-84D9-8D89-6A7C-4BF9FD39AA2F}"/>
                </a:ext>
              </a:extLst>
            </p:cNvPr>
            <p:cNvSpPr/>
            <p:nvPr/>
          </p:nvSpPr>
          <p:spPr>
            <a:xfrm>
              <a:off x="2029901" y="1730942"/>
              <a:ext cx="1886919" cy="698453"/>
            </a:xfrm>
            <a:custGeom>
              <a:avLst/>
              <a:gdLst>
                <a:gd name="connsiteX0" fmla="*/ 1461247 w 1471187"/>
                <a:gd name="connsiteY0" fmla="*/ 0 h 770965"/>
                <a:gd name="connsiteX1" fmla="*/ 1416423 w 1471187"/>
                <a:gd name="connsiteY1" fmla="*/ 71718 h 770965"/>
                <a:gd name="connsiteX2" fmla="*/ 1039906 w 1471187"/>
                <a:gd name="connsiteY2" fmla="*/ 322729 h 770965"/>
                <a:gd name="connsiteX3" fmla="*/ 268941 w 1471187"/>
                <a:gd name="connsiteY3" fmla="*/ 448235 h 770965"/>
                <a:gd name="connsiteX4" fmla="*/ 0 w 1471187"/>
                <a:gd name="connsiteY4" fmla="*/ 770965 h 770965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9603 w 1469543"/>
                <a:gd name="connsiteY0" fmla="*/ 0 h 766453"/>
                <a:gd name="connsiteX1" fmla="*/ 1414779 w 1469543"/>
                <a:gd name="connsiteY1" fmla="*/ 71718 h 766453"/>
                <a:gd name="connsiteX2" fmla="*/ 1038262 w 1469543"/>
                <a:gd name="connsiteY2" fmla="*/ 322729 h 766453"/>
                <a:gd name="connsiteX3" fmla="*/ 267297 w 1469543"/>
                <a:gd name="connsiteY3" fmla="*/ 448235 h 766453"/>
                <a:gd name="connsiteX4" fmla="*/ 4221 w 1469543"/>
                <a:gd name="connsiteY4" fmla="*/ 766453 h 766453"/>
                <a:gd name="connsiteX0" fmla="*/ 1488926 w 1493345"/>
                <a:gd name="connsiteY0" fmla="*/ 0 h 809310"/>
                <a:gd name="connsiteX1" fmla="*/ 1414779 w 1493345"/>
                <a:gd name="connsiteY1" fmla="*/ 114575 h 809310"/>
                <a:gd name="connsiteX2" fmla="*/ 1038262 w 1493345"/>
                <a:gd name="connsiteY2" fmla="*/ 365586 h 809310"/>
                <a:gd name="connsiteX3" fmla="*/ 267297 w 1493345"/>
                <a:gd name="connsiteY3" fmla="*/ 491092 h 809310"/>
                <a:gd name="connsiteX4" fmla="*/ 4221 w 1493345"/>
                <a:gd name="connsiteY4" fmla="*/ 809310 h 809310"/>
                <a:gd name="connsiteX0" fmla="*/ 1488926 w 1491209"/>
                <a:gd name="connsiteY0" fmla="*/ 0 h 809310"/>
                <a:gd name="connsiteX1" fmla="*/ 1385456 w 1491209"/>
                <a:gd name="connsiteY1" fmla="*/ 173220 h 809310"/>
                <a:gd name="connsiteX2" fmla="*/ 1038262 w 1491209"/>
                <a:gd name="connsiteY2" fmla="*/ 365586 h 809310"/>
                <a:gd name="connsiteX3" fmla="*/ 267297 w 1491209"/>
                <a:gd name="connsiteY3" fmla="*/ 491092 h 809310"/>
                <a:gd name="connsiteX4" fmla="*/ 4221 w 1491209"/>
                <a:gd name="connsiteY4" fmla="*/ 809310 h 809310"/>
                <a:gd name="connsiteX0" fmla="*/ 1491024 w 1493307"/>
                <a:gd name="connsiteY0" fmla="*/ 0 h 809310"/>
                <a:gd name="connsiteX1" fmla="*/ 1387554 w 1493307"/>
                <a:gd name="connsiteY1" fmla="*/ 173220 h 809310"/>
                <a:gd name="connsiteX2" fmla="*/ 1040360 w 1493307"/>
                <a:gd name="connsiteY2" fmla="*/ 365586 h 809310"/>
                <a:gd name="connsiteX3" fmla="*/ 218159 w 1493307"/>
                <a:gd name="connsiteY3" fmla="*/ 460609 h 809310"/>
                <a:gd name="connsiteX4" fmla="*/ 6319 w 1493307"/>
                <a:gd name="connsiteY4" fmla="*/ 809310 h 809310"/>
                <a:gd name="connsiteX0" fmla="*/ 1492065 w 1494348"/>
                <a:gd name="connsiteY0" fmla="*/ 0 h 809310"/>
                <a:gd name="connsiteX1" fmla="*/ 1388595 w 1494348"/>
                <a:gd name="connsiteY1" fmla="*/ 173220 h 809310"/>
                <a:gd name="connsiteX2" fmla="*/ 1041401 w 1494348"/>
                <a:gd name="connsiteY2" fmla="*/ 365586 h 809310"/>
                <a:gd name="connsiteX3" fmla="*/ 219200 w 1494348"/>
                <a:gd name="connsiteY3" fmla="*/ 460609 h 809310"/>
                <a:gd name="connsiteX4" fmla="*/ 7360 w 1494348"/>
                <a:gd name="connsiteY4" fmla="*/ 809310 h 809310"/>
                <a:gd name="connsiteX0" fmla="*/ 1492504 w 1494787"/>
                <a:gd name="connsiteY0" fmla="*/ 0 h 809310"/>
                <a:gd name="connsiteX1" fmla="*/ 1389034 w 1494787"/>
                <a:gd name="connsiteY1" fmla="*/ 173220 h 809310"/>
                <a:gd name="connsiteX2" fmla="*/ 1041840 w 1494787"/>
                <a:gd name="connsiteY2" fmla="*/ 365586 h 809310"/>
                <a:gd name="connsiteX3" fmla="*/ 214149 w 1494787"/>
                <a:gd name="connsiteY3" fmla="*/ 511414 h 809310"/>
                <a:gd name="connsiteX4" fmla="*/ 7799 w 1494787"/>
                <a:gd name="connsiteY4" fmla="*/ 809310 h 809310"/>
                <a:gd name="connsiteX0" fmla="*/ 1490561 w 1492844"/>
                <a:gd name="connsiteY0" fmla="*/ 0 h 809310"/>
                <a:gd name="connsiteX1" fmla="*/ 1387091 w 1492844"/>
                <a:gd name="connsiteY1" fmla="*/ 173220 h 809310"/>
                <a:gd name="connsiteX2" fmla="*/ 1039897 w 1492844"/>
                <a:gd name="connsiteY2" fmla="*/ 365586 h 809310"/>
                <a:gd name="connsiteX3" fmla="*/ 212206 w 1492844"/>
                <a:gd name="connsiteY3" fmla="*/ 511414 h 809310"/>
                <a:gd name="connsiteX4" fmla="*/ 5856 w 1492844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125"/>
                <a:gd name="connsiteY0" fmla="*/ 0 h 809310"/>
                <a:gd name="connsiteX1" fmla="*/ 1385516 w 1491125"/>
                <a:gd name="connsiteY1" fmla="*/ 173220 h 809310"/>
                <a:gd name="connsiteX2" fmla="*/ 1062110 w 1491125"/>
                <a:gd name="connsiteY2" fmla="*/ 416391 h 809310"/>
                <a:gd name="connsiteX3" fmla="*/ 210631 w 1491125"/>
                <a:gd name="connsiteY3" fmla="*/ 511414 h 809310"/>
                <a:gd name="connsiteX4" fmla="*/ 4281 w 1491125"/>
                <a:gd name="connsiteY4" fmla="*/ 809310 h 809310"/>
                <a:gd name="connsiteX0" fmla="*/ 1488986 w 1493254"/>
                <a:gd name="connsiteY0" fmla="*/ 0 h 809310"/>
                <a:gd name="connsiteX1" fmla="*/ 1417234 w 1493254"/>
                <a:gd name="connsiteY1" fmla="*/ 281604 h 809310"/>
                <a:gd name="connsiteX2" fmla="*/ 1062110 w 1493254"/>
                <a:gd name="connsiteY2" fmla="*/ 416391 h 809310"/>
                <a:gd name="connsiteX3" fmla="*/ 210631 w 1493254"/>
                <a:gd name="connsiteY3" fmla="*/ 511414 h 809310"/>
                <a:gd name="connsiteX4" fmla="*/ 4281 w 1493254"/>
                <a:gd name="connsiteY4" fmla="*/ 809310 h 809310"/>
                <a:gd name="connsiteX0" fmla="*/ 1487984 w 1492252"/>
                <a:gd name="connsiteY0" fmla="*/ 0 h 809310"/>
                <a:gd name="connsiteX1" fmla="*/ 1416232 w 1492252"/>
                <a:gd name="connsiteY1" fmla="*/ 281604 h 809310"/>
                <a:gd name="connsiteX2" fmla="*/ 1061108 w 1492252"/>
                <a:gd name="connsiteY2" fmla="*/ 416391 h 809310"/>
                <a:gd name="connsiteX3" fmla="*/ 254003 w 1492252"/>
                <a:gd name="connsiteY3" fmla="*/ 478899 h 809310"/>
                <a:gd name="connsiteX4" fmla="*/ 3279 w 1492252"/>
                <a:gd name="connsiteY4" fmla="*/ 809310 h 809310"/>
                <a:gd name="connsiteX0" fmla="*/ 1487984 w 1500156"/>
                <a:gd name="connsiteY0" fmla="*/ 0 h 809310"/>
                <a:gd name="connsiteX1" fmla="*/ 1416232 w 1500156"/>
                <a:gd name="connsiteY1" fmla="*/ 281604 h 809310"/>
                <a:gd name="connsiteX2" fmla="*/ 822596 w 1500156"/>
                <a:gd name="connsiteY2" fmla="*/ 392005 h 809310"/>
                <a:gd name="connsiteX3" fmla="*/ 254003 w 1500156"/>
                <a:gd name="connsiteY3" fmla="*/ 478899 h 809310"/>
                <a:gd name="connsiteX4" fmla="*/ 3279 w 1500156"/>
                <a:gd name="connsiteY4" fmla="*/ 809310 h 809310"/>
                <a:gd name="connsiteX0" fmla="*/ 1488105 w 1500277"/>
                <a:gd name="connsiteY0" fmla="*/ 0 h 809310"/>
                <a:gd name="connsiteX1" fmla="*/ 1416353 w 1500277"/>
                <a:gd name="connsiteY1" fmla="*/ 281604 h 809310"/>
                <a:gd name="connsiteX2" fmla="*/ 822717 w 1500277"/>
                <a:gd name="connsiteY2" fmla="*/ 392005 h 809310"/>
                <a:gd name="connsiteX3" fmla="*/ 254124 w 1500277"/>
                <a:gd name="connsiteY3" fmla="*/ 478899 h 809310"/>
                <a:gd name="connsiteX4" fmla="*/ 3400 w 1500277"/>
                <a:gd name="connsiteY4" fmla="*/ 809310 h 809310"/>
                <a:gd name="connsiteX0" fmla="*/ 1488339 w 1500511"/>
                <a:gd name="connsiteY0" fmla="*/ 0 h 809310"/>
                <a:gd name="connsiteX1" fmla="*/ 1416587 w 1500511"/>
                <a:gd name="connsiteY1" fmla="*/ 281604 h 809310"/>
                <a:gd name="connsiteX2" fmla="*/ 822951 w 1500511"/>
                <a:gd name="connsiteY2" fmla="*/ 392005 h 809310"/>
                <a:gd name="connsiteX3" fmla="*/ 254358 w 1500511"/>
                <a:gd name="connsiteY3" fmla="*/ 478899 h 809310"/>
                <a:gd name="connsiteX4" fmla="*/ 3634 w 1500511"/>
                <a:gd name="connsiteY4" fmla="*/ 809310 h 809310"/>
                <a:gd name="connsiteX0" fmla="*/ 1500473 w 1509464"/>
                <a:gd name="connsiteY0" fmla="*/ 0 h 806770"/>
                <a:gd name="connsiteX1" fmla="*/ 1416587 w 1509464"/>
                <a:gd name="connsiteY1" fmla="*/ 279064 h 806770"/>
                <a:gd name="connsiteX2" fmla="*/ 822951 w 1509464"/>
                <a:gd name="connsiteY2" fmla="*/ 389465 h 806770"/>
                <a:gd name="connsiteX3" fmla="*/ 254358 w 1509464"/>
                <a:gd name="connsiteY3" fmla="*/ 476359 h 806770"/>
                <a:gd name="connsiteX4" fmla="*/ 3634 w 1509464"/>
                <a:gd name="connsiteY4" fmla="*/ 806770 h 806770"/>
                <a:gd name="connsiteX0" fmla="*/ 1514340 w 1520689"/>
                <a:gd name="connsiteY0" fmla="*/ 0 h 806770"/>
                <a:gd name="connsiteX1" fmla="*/ 1416587 w 1520689"/>
                <a:gd name="connsiteY1" fmla="*/ 279064 h 806770"/>
                <a:gd name="connsiteX2" fmla="*/ 822951 w 1520689"/>
                <a:gd name="connsiteY2" fmla="*/ 389465 h 806770"/>
                <a:gd name="connsiteX3" fmla="*/ 254358 w 1520689"/>
                <a:gd name="connsiteY3" fmla="*/ 476359 h 806770"/>
                <a:gd name="connsiteX4" fmla="*/ 3634 w 1520689"/>
                <a:gd name="connsiteY4" fmla="*/ 806770 h 806770"/>
                <a:gd name="connsiteX0" fmla="*/ 1514340 w 1518314"/>
                <a:gd name="connsiteY0" fmla="*/ 0 h 806770"/>
                <a:gd name="connsiteX1" fmla="*/ 1399254 w 1518314"/>
                <a:gd name="connsiteY1" fmla="*/ 286685 h 806770"/>
                <a:gd name="connsiteX2" fmla="*/ 822951 w 1518314"/>
                <a:gd name="connsiteY2" fmla="*/ 389465 h 806770"/>
                <a:gd name="connsiteX3" fmla="*/ 254358 w 1518314"/>
                <a:gd name="connsiteY3" fmla="*/ 476359 h 806770"/>
                <a:gd name="connsiteX4" fmla="*/ 3634 w 1518314"/>
                <a:gd name="connsiteY4" fmla="*/ 806770 h 806770"/>
                <a:gd name="connsiteX0" fmla="*/ 1513504 w 1517478"/>
                <a:gd name="connsiteY0" fmla="*/ 0 h 806770"/>
                <a:gd name="connsiteX1" fmla="*/ 1398418 w 1517478"/>
                <a:gd name="connsiteY1" fmla="*/ 286685 h 806770"/>
                <a:gd name="connsiteX2" fmla="*/ 822115 w 1517478"/>
                <a:gd name="connsiteY2" fmla="*/ 389465 h 806770"/>
                <a:gd name="connsiteX3" fmla="*/ 304492 w 1517478"/>
                <a:gd name="connsiteY3" fmla="*/ 461117 h 806770"/>
                <a:gd name="connsiteX4" fmla="*/ 2798 w 1517478"/>
                <a:gd name="connsiteY4" fmla="*/ 806770 h 806770"/>
                <a:gd name="connsiteX0" fmla="*/ 1513550 w 1517524"/>
                <a:gd name="connsiteY0" fmla="*/ 0 h 806770"/>
                <a:gd name="connsiteX1" fmla="*/ 1398464 w 1517524"/>
                <a:gd name="connsiteY1" fmla="*/ 286685 h 806770"/>
                <a:gd name="connsiteX2" fmla="*/ 822161 w 1517524"/>
                <a:gd name="connsiteY2" fmla="*/ 389465 h 806770"/>
                <a:gd name="connsiteX3" fmla="*/ 300897 w 1517524"/>
                <a:gd name="connsiteY3" fmla="*/ 440795 h 806770"/>
                <a:gd name="connsiteX4" fmla="*/ 2844 w 1517524"/>
                <a:gd name="connsiteY4" fmla="*/ 806770 h 806770"/>
                <a:gd name="connsiteX0" fmla="*/ 1513458 w 1517432"/>
                <a:gd name="connsiteY0" fmla="*/ 0 h 806770"/>
                <a:gd name="connsiteX1" fmla="*/ 1398372 w 1517432"/>
                <a:gd name="connsiteY1" fmla="*/ 286685 h 806770"/>
                <a:gd name="connsiteX2" fmla="*/ 822069 w 1517432"/>
                <a:gd name="connsiteY2" fmla="*/ 389465 h 806770"/>
                <a:gd name="connsiteX3" fmla="*/ 308086 w 1517432"/>
                <a:gd name="connsiteY3" fmla="*/ 468738 h 806770"/>
                <a:gd name="connsiteX4" fmla="*/ 2752 w 1517432"/>
                <a:gd name="connsiteY4" fmla="*/ 806770 h 806770"/>
                <a:gd name="connsiteX0" fmla="*/ 1514067 w 1518041"/>
                <a:gd name="connsiteY0" fmla="*/ 0 h 806770"/>
                <a:gd name="connsiteX1" fmla="*/ 1398981 w 1518041"/>
                <a:gd name="connsiteY1" fmla="*/ 286685 h 806770"/>
                <a:gd name="connsiteX2" fmla="*/ 822678 w 1518041"/>
                <a:gd name="connsiteY2" fmla="*/ 389465 h 806770"/>
                <a:gd name="connsiteX3" fmla="*/ 308695 w 1518041"/>
                <a:gd name="connsiteY3" fmla="*/ 468738 h 806770"/>
                <a:gd name="connsiteX4" fmla="*/ 3361 w 1518041"/>
                <a:gd name="connsiteY4" fmla="*/ 806770 h 806770"/>
                <a:gd name="connsiteX0" fmla="*/ 1519842 w 1523816"/>
                <a:gd name="connsiteY0" fmla="*/ 0 h 806770"/>
                <a:gd name="connsiteX1" fmla="*/ 1404756 w 1523816"/>
                <a:gd name="connsiteY1" fmla="*/ 286685 h 806770"/>
                <a:gd name="connsiteX2" fmla="*/ 828453 w 1523816"/>
                <a:gd name="connsiteY2" fmla="*/ 389465 h 806770"/>
                <a:gd name="connsiteX3" fmla="*/ 314470 w 1523816"/>
                <a:gd name="connsiteY3" fmla="*/ 468738 h 806770"/>
                <a:gd name="connsiteX4" fmla="*/ 9136 w 1523816"/>
                <a:gd name="connsiteY4" fmla="*/ 806770 h 806770"/>
                <a:gd name="connsiteX0" fmla="*/ 1516513 w 1520487"/>
                <a:gd name="connsiteY0" fmla="*/ 0 h 806770"/>
                <a:gd name="connsiteX1" fmla="*/ 1401427 w 1520487"/>
                <a:gd name="connsiteY1" fmla="*/ 286685 h 806770"/>
                <a:gd name="connsiteX2" fmla="*/ 825124 w 1520487"/>
                <a:gd name="connsiteY2" fmla="*/ 389465 h 806770"/>
                <a:gd name="connsiteX3" fmla="*/ 311141 w 1520487"/>
                <a:gd name="connsiteY3" fmla="*/ 468738 h 806770"/>
                <a:gd name="connsiteX4" fmla="*/ 5807 w 1520487"/>
                <a:gd name="connsiteY4" fmla="*/ 806770 h 806770"/>
                <a:gd name="connsiteX0" fmla="*/ 1520176 w 1524150"/>
                <a:gd name="connsiteY0" fmla="*/ 0 h 806770"/>
                <a:gd name="connsiteX1" fmla="*/ 1405090 w 1524150"/>
                <a:gd name="connsiteY1" fmla="*/ 286685 h 806770"/>
                <a:gd name="connsiteX2" fmla="*/ 828787 w 1524150"/>
                <a:gd name="connsiteY2" fmla="*/ 389465 h 806770"/>
                <a:gd name="connsiteX3" fmla="*/ 314804 w 1524150"/>
                <a:gd name="connsiteY3" fmla="*/ 468738 h 806770"/>
                <a:gd name="connsiteX4" fmla="*/ 9470 w 1524150"/>
                <a:gd name="connsiteY4" fmla="*/ 806770 h 806770"/>
                <a:gd name="connsiteX0" fmla="*/ 1519734 w 1523708"/>
                <a:gd name="connsiteY0" fmla="*/ 0 h 806770"/>
                <a:gd name="connsiteX1" fmla="*/ 1404648 w 1523708"/>
                <a:gd name="connsiteY1" fmla="*/ 286685 h 806770"/>
                <a:gd name="connsiteX2" fmla="*/ 828345 w 1523708"/>
                <a:gd name="connsiteY2" fmla="*/ 389465 h 806770"/>
                <a:gd name="connsiteX3" fmla="*/ 314362 w 1523708"/>
                <a:gd name="connsiteY3" fmla="*/ 468738 h 806770"/>
                <a:gd name="connsiteX4" fmla="*/ 9028 w 1523708"/>
                <a:gd name="connsiteY4" fmla="*/ 806770 h 806770"/>
                <a:gd name="connsiteX0" fmla="*/ 1517886 w 1521860"/>
                <a:gd name="connsiteY0" fmla="*/ 0 h 806770"/>
                <a:gd name="connsiteX1" fmla="*/ 1402800 w 1521860"/>
                <a:gd name="connsiteY1" fmla="*/ 286685 h 806770"/>
                <a:gd name="connsiteX2" fmla="*/ 826497 w 1521860"/>
                <a:gd name="connsiteY2" fmla="*/ 389465 h 806770"/>
                <a:gd name="connsiteX3" fmla="*/ 312514 w 1521860"/>
                <a:gd name="connsiteY3" fmla="*/ 468738 h 806770"/>
                <a:gd name="connsiteX4" fmla="*/ 7180 w 1521860"/>
                <a:gd name="connsiteY4" fmla="*/ 806770 h 806770"/>
                <a:gd name="connsiteX0" fmla="*/ 1518184 w 1522158"/>
                <a:gd name="connsiteY0" fmla="*/ 0 h 806770"/>
                <a:gd name="connsiteX1" fmla="*/ 1403098 w 1522158"/>
                <a:gd name="connsiteY1" fmla="*/ 286685 h 806770"/>
                <a:gd name="connsiteX2" fmla="*/ 826795 w 1522158"/>
                <a:gd name="connsiteY2" fmla="*/ 389465 h 806770"/>
                <a:gd name="connsiteX3" fmla="*/ 312812 w 1522158"/>
                <a:gd name="connsiteY3" fmla="*/ 468738 h 806770"/>
                <a:gd name="connsiteX4" fmla="*/ 7478 w 1522158"/>
                <a:gd name="connsiteY4" fmla="*/ 806770 h 806770"/>
                <a:gd name="connsiteX0" fmla="*/ 1518763 w 1522737"/>
                <a:gd name="connsiteY0" fmla="*/ 0 h 806770"/>
                <a:gd name="connsiteX1" fmla="*/ 1403677 w 1522737"/>
                <a:gd name="connsiteY1" fmla="*/ 286685 h 806770"/>
                <a:gd name="connsiteX2" fmla="*/ 827374 w 1522737"/>
                <a:gd name="connsiteY2" fmla="*/ 389465 h 806770"/>
                <a:gd name="connsiteX3" fmla="*/ 313391 w 1522737"/>
                <a:gd name="connsiteY3" fmla="*/ 468738 h 806770"/>
                <a:gd name="connsiteX4" fmla="*/ 8057 w 1522737"/>
                <a:gd name="connsiteY4" fmla="*/ 806770 h 806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2737" h="806770">
                  <a:moveTo>
                    <a:pt x="1518763" y="0"/>
                  </a:moveTo>
                  <a:cubicBezTo>
                    <a:pt x="1531463" y="8965"/>
                    <a:pt x="1518909" y="221774"/>
                    <a:pt x="1403677" y="286685"/>
                  </a:cubicBezTo>
                  <a:cubicBezTo>
                    <a:pt x="1288445" y="351596"/>
                    <a:pt x="1009088" y="359123"/>
                    <a:pt x="827374" y="389465"/>
                  </a:cubicBezTo>
                  <a:cubicBezTo>
                    <a:pt x="645660" y="419807"/>
                    <a:pt x="528796" y="432135"/>
                    <a:pt x="313391" y="468738"/>
                  </a:cubicBezTo>
                  <a:cubicBezTo>
                    <a:pt x="73972" y="541494"/>
                    <a:pt x="-31294" y="681072"/>
                    <a:pt x="8057" y="806770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8D0B0CC-770C-CAF1-A5C5-B04EF5CA602E}"/>
                </a:ext>
              </a:extLst>
            </p:cNvPr>
            <p:cNvSpPr/>
            <p:nvPr/>
          </p:nvSpPr>
          <p:spPr>
            <a:xfrm>
              <a:off x="4824975" y="1716685"/>
              <a:ext cx="287843" cy="703114"/>
            </a:xfrm>
            <a:custGeom>
              <a:avLst/>
              <a:gdLst>
                <a:gd name="connsiteX0" fmla="*/ 373609 w 373781"/>
                <a:gd name="connsiteY0" fmla="*/ 0 h 690283"/>
                <a:gd name="connsiteX1" fmla="*/ 319821 w 373781"/>
                <a:gd name="connsiteY1" fmla="*/ 233083 h 690283"/>
                <a:gd name="connsiteX2" fmla="*/ 41915 w 373781"/>
                <a:gd name="connsiteY2" fmla="*/ 385483 h 690283"/>
                <a:gd name="connsiteX3" fmla="*/ 6057 w 373781"/>
                <a:gd name="connsiteY3" fmla="*/ 690283 h 690283"/>
                <a:gd name="connsiteX0" fmla="*/ 369084 w 369150"/>
                <a:gd name="connsiteY0" fmla="*/ 0 h 690283"/>
                <a:gd name="connsiteX1" fmla="*/ 315296 w 369150"/>
                <a:gd name="connsiteY1" fmla="*/ 233083 h 690283"/>
                <a:gd name="connsiteX2" fmla="*/ 70728 w 369150"/>
                <a:gd name="connsiteY2" fmla="*/ 376597 h 690283"/>
                <a:gd name="connsiteX3" fmla="*/ 1532 w 369150"/>
                <a:gd name="connsiteY3" fmla="*/ 690283 h 690283"/>
                <a:gd name="connsiteX0" fmla="*/ 374875 w 375070"/>
                <a:gd name="connsiteY0" fmla="*/ 0 h 690283"/>
                <a:gd name="connsiteX1" fmla="*/ 321087 w 375070"/>
                <a:gd name="connsiteY1" fmla="*/ 233083 h 690283"/>
                <a:gd name="connsiteX2" fmla="*/ 39403 w 375070"/>
                <a:gd name="connsiteY2" fmla="*/ 398812 h 690283"/>
                <a:gd name="connsiteX3" fmla="*/ 7323 w 375070"/>
                <a:gd name="connsiteY3" fmla="*/ 690283 h 690283"/>
                <a:gd name="connsiteX0" fmla="*/ 374875 w 374886"/>
                <a:gd name="connsiteY0" fmla="*/ 0 h 690283"/>
                <a:gd name="connsiteX1" fmla="*/ 283971 w 374886"/>
                <a:gd name="connsiteY1" fmla="*/ 290845 h 690283"/>
                <a:gd name="connsiteX2" fmla="*/ 39403 w 374886"/>
                <a:gd name="connsiteY2" fmla="*/ 398812 h 690283"/>
                <a:gd name="connsiteX3" fmla="*/ 7323 w 374886"/>
                <a:gd name="connsiteY3" fmla="*/ 690283 h 690283"/>
                <a:gd name="connsiteX0" fmla="*/ 374875 w 374889"/>
                <a:gd name="connsiteY0" fmla="*/ 0 h 690283"/>
                <a:gd name="connsiteX1" fmla="*/ 290157 w 374889"/>
                <a:gd name="connsiteY1" fmla="*/ 333055 h 690283"/>
                <a:gd name="connsiteX2" fmla="*/ 39403 w 374889"/>
                <a:gd name="connsiteY2" fmla="*/ 398812 h 690283"/>
                <a:gd name="connsiteX3" fmla="*/ 7323 w 374889"/>
                <a:gd name="connsiteY3" fmla="*/ 690283 h 690283"/>
                <a:gd name="connsiteX0" fmla="*/ 389805 w 389821"/>
                <a:gd name="connsiteY0" fmla="*/ 0 h 690283"/>
                <a:gd name="connsiteX1" fmla="*/ 305087 w 389821"/>
                <a:gd name="connsiteY1" fmla="*/ 333055 h 690283"/>
                <a:gd name="connsiteX2" fmla="*/ 26496 w 389821"/>
                <a:gd name="connsiteY2" fmla="*/ 434358 h 690283"/>
                <a:gd name="connsiteX3" fmla="*/ 22253 w 389821"/>
                <a:gd name="connsiteY3" fmla="*/ 690283 h 690283"/>
                <a:gd name="connsiteX0" fmla="*/ 372135 w 372148"/>
                <a:gd name="connsiteY0" fmla="*/ 0 h 690283"/>
                <a:gd name="connsiteX1" fmla="*/ 287417 w 372148"/>
                <a:gd name="connsiteY1" fmla="*/ 333055 h 690283"/>
                <a:gd name="connsiteX2" fmla="*/ 45943 w 372148"/>
                <a:gd name="connsiteY2" fmla="*/ 432136 h 690283"/>
                <a:gd name="connsiteX3" fmla="*/ 4583 w 372148"/>
                <a:gd name="connsiteY3" fmla="*/ 690283 h 690283"/>
                <a:gd name="connsiteX0" fmla="*/ 370141 w 370153"/>
                <a:gd name="connsiteY0" fmla="*/ 0 h 690283"/>
                <a:gd name="connsiteX1" fmla="*/ 285423 w 370153"/>
                <a:gd name="connsiteY1" fmla="*/ 333055 h 690283"/>
                <a:gd name="connsiteX2" fmla="*/ 56321 w 370153"/>
                <a:gd name="connsiteY2" fmla="*/ 427693 h 690283"/>
                <a:gd name="connsiteX3" fmla="*/ 2589 w 370153"/>
                <a:gd name="connsiteY3" fmla="*/ 690283 h 690283"/>
                <a:gd name="connsiteX0" fmla="*/ 368790 w 368802"/>
                <a:gd name="connsiteY0" fmla="*/ 0 h 690283"/>
                <a:gd name="connsiteX1" fmla="*/ 284072 w 368802"/>
                <a:gd name="connsiteY1" fmla="*/ 333055 h 690283"/>
                <a:gd name="connsiteX2" fmla="*/ 54970 w 368802"/>
                <a:gd name="connsiteY2" fmla="*/ 427693 h 690283"/>
                <a:gd name="connsiteX3" fmla="*/ 1238 w 368802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4"/>
                <a:gd name="connsiteY0" fmla="*/ 0 h 690283"/>
                <a:gd name="connsiteX1" fmla="*/ 284710 w 369444"/>
                <a:gd name="connsiteY1" fmla="*/ 333055 h 690283"/>
                <a:gd name="connsiteX2" fmla="*/ 55608 w 369444"/>
                <a:gd name="connsiteY2" fmla="*/ 427693 h 690283"/>
                <a:gd name="connsiteX3" fmla="*/ 1876 w 369444"/>
                <a:gd name="connsiteY3" fmla="*/ 690283 h 690283"/>
                <a:gd name="connsiteX0" fmla="*/ 369428 w 371122"/>
                <a:gd name="connsiteY0" fmla="*/ 0 h 690283"/>
                <a:gd name="connsiteX1" fmla="*/ 321826 w 371122"/>
                <a:gd name="connsiteY1" fmla="*/ 335278 h 690283"/>
                <a:gd name="connsiteX2" fmla="*/ 55608 w 371122"/>
                <a:gd name="connsiteY2" fmla="*/ 427693 h 690283"/>
                <a:gd name="connsiteX3" fmla="*/ 1876 w 371122"/>
                <a:gd name="connsiteY3" fmla="*/ 690283 h 690283"/>
                <a:gd name="connsiteX0" fmla="*/ 372188 w 373882"/>
                <a:gd name="connsiteY0" fmla="*/ 0 h 710278"/>
                <a:gd name="connsiteX1" fmla="*/ 324586 w 373882"/>
                <a:gd name="connsiteY1" fmla="*/ 335278 h 710278"/>
                <a:gd name="connsiteX2" fmla="*/ 58368 w 373882"/>
                <a:gd name="connsiteY2" fmla="*/ 427693 h 710278"/>
                <a:gd name="connsiteX3" fmla="*/ 1707 w 373882"/>
                <a:gd name="connsiteY3" fmla="*/ 710278 h 71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882" h="710278">
                  <a:moveTo>
                    <a:pt x="372188" y="0"/>
                  </a:moveTo>
                  <a:cubicBezTo>
                    <a:pt x="372935" y="84418"/>
                    <a:pt x="386168" y="259552"/>
                    <a:pt x="324586" y="335278"/>
                  </a:cubicBezTo>
                  <a:cubicBezTo>
                    <a:pt x="263004" y="411004"/>
                    <a:pt x="138500" y="355936"/>
                    <a:pt x="58368" y="427693"/>
                  </a:cubicBezTo>
                  <a:cubicBezTo>
                    <a:pt x="15353" y="495007"/>
                    <a:pt x="-6511" y="595978"/>
                    <a:pt x="1707" y="710278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3AEDBA1-CF0E-4B56-FDDF-15D554021331}"/>
                </a:ext>
              </a:extLst>
            </p:cNvPr>
            <p:cNvSpPr/>
            <p:nvPr/>
          </p:nvSpPr>
          <p:spPr>
            <a:xfrm>
              <a:off x="1012027" y="1853991"/>
              <a:ext cx="728272" cy="574017"/>
            </a:xfrm>
            <a:custGeom>
              <a:avLst/>
              <a:gdLst>
                <a:gd name="connsiteX0" fmla="*/ 0 w 586155"/>
                <a:gd name="connsiteY0" fmla="*/ 0 h 555812"/>
                <a:gd name="connsiteX1" fmla="*/ 188258 w 586155"/>
                <a:gd name="connsiteY1" fmla="*/ 215153 h 555812"/>
                <a:gd name="connsiteX2" fmla="*/ 528917 w 586155"/>
                <a:gd name="connsiteY2" fmla="*/ 233082 h 555812"/>
                <a:gd name="connsiteX3" fmla="*/ 582705 w 586155"/>
                <a:gd name="connsiteY3" fmla="*/ 555812 h 555812"/>
                <a:gd name="connsiteX0" fmla="*/ 0 w 586155"/>
                <a:gd name="connsiteY0" fmla="*/ 0 h 560936"/>
                <a:gd name="connsiteX1" fmla="*/ 188258 w 586155"/>
                <a:gd name="connsiteY1" fmla="*/ 220277 h 560936"/>
                <a:gd name="connsiteX2" fmla="*/ 528917 w 586155"/>
                <a:gd name="connsiteY2" fmla="*/ 238206 h 560936"/>
                <a:gd name="connsiteX3" fmla="*/ 582705 w 586155"/>
                <a:gd name="connsiteY3" fmla="*/ 560936 h 560936"/>
                <a:gd name="connsiteX0" fmla="*/ 107 w 586262"/>
                <a:gd name="connsiteY0" fmla="*/ 0 h 560936"/>
                <a:gd name="connsiteX1" fmla="*/ 188365 w 586262"/>
                <a:gd name="connsiteY1" fmla="*/ 220277 h 560936"/>
                <a:gd name="connsiteX2" fmla="*/ 529024 w 586262"/>
                <a:gd name="connsiteY2" fmla="*/ 238206 h 560936"/>
                <a:gd name="connsiteX3" fmla="*/ 582812 w 586262"/>
                <a:gd name="connsiteY3" fmla="*/ 560936 h 560936"/>
                <a:gd name="connsiteX0" fmla="*/ 445 w 586600"/>
                <a:gd name="connsiteY0" fmla="*/ 0 h 560936"/>
                <a:gd name="connsiteX1" fmla="*/ 105592 w 586600"/>
                <a:gd name="connsiteY1" fmla="*/ 202009 h 560936"/>
                <a:gd name="connsiteX2" fmla="*/ 529362 w 586600"/>
                <a:gd name="connsiteY2" fmla="*/ 238206 h 560936"/>
                <a:gd name="connsiteX3" fmla="*/ 583150 w 586600"/>
                <a:gd name="connsiteY3" fmla="*/ 560936 h 560936"/>
                <a:gd name="connsiteX0" fmla="*/ 455 w 587507"/>
                <a:gd name="connsiteY0" fmla="*/ 0 h 560936"/>
                <a:gd name="connsiteX1" fmla="*/ 105602 w 587507"/>
                <a:gd name="connsiteY1" fmla="*/ 202009 h 560936"/>
                <a:gd name="connsiteX2" fmla="*/ 533330 w 587507"/>
                <a:gd name="connsiteY2" fmla="*/ 293009 h 560936"/>
                <a:gd name="connsiteX3" fmla="*/ 583160 w 587507"/>
                <a:gd name="connsiteY3" fmla="*/ 560936 h 560936"/>
                <a:gd name="connsiteX0" fmla="*/ 455 w 583160"/>
                <a:gd name="connsiteY0" fmla="*/ 0 h 560936"/>
                <a:gd name="connsiteX1" fmla="*/ 105602 w 583160"/>
                <a:gd name="connsiteY1" fmla="*/ 202009 h 560936"/>
                <a:gd name="connsiteX2" fmla="*/ 533330 w 583160"/>
                <a:gd name="connsiteY2" fmla="*/ 293009 h 560936"/>
                <a:gd name="connsiteX3" fmla="*/ 583160 w 583160"/>
                <a:gd name="connsiteY3" fmla="*/ 560936 h 560936"/>
                <a:gd name="connsiteX0" fmla="*/ 455 w 584291"/>
                <a:gd name="connsiteY0" fmla="*/ 0 h 560936"/>
                <a:gd name="connsiteX1" fmla="*/ 105602 w 584291"/>
                <a:gd name="connsiteY1" fmla="*/ 202009 h 560936"/>
                <a:gd name="connsiteX2" fmla="*/ 533330 w 584291"/>
                <a:gd name="connsiteY2" fmla="*/ 293009 h 560936"/>
                <a:gd name="connsiteX3" fmla="*/ 583160 w 584291"/>
                <a:gd name="connsiteY3" fmla="*/ 560936 h 560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4291" h="560936">
                  <a:moveTo>
                    <a:pt x="455" y="0"/>
                  </a:moveTo>
                  <a:cubicBezTo>
                    <a:pt x="-3468" y="93276"/>
                    <a:pt x="16789" y="153174"/>
                    <a:pt x="105602" y="202009"/>
                  </a:cubicBezTo>
                  <a:cubicBezTo>
                    <a:pt x="194415" y="250844"/>
                    <a:pt x="467589" y="236233"/>
                    <a:pt x="533330" y="293009"/>
                  </a:cubicBezTo>
                  <a:cubicBezTo>
                    <a:pt x="599071" y="349785"/>
                    <a:pt x="581897" y="432257"/>
                    <a:pt x="583160" y="560936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4BC6603-D8FC-D271-508A-00F1645881E2}"/>
                </a:ext>
              </a:extLst>
            </p:cNvPr>
            <p:cNvSpPr/>
            <p:nvPr/>
          </p:nvSpPr>
          <p:spPr>
            <a:xfrm>
              <a:off x="1888346" y="1722143"/>
              <a:ext cx="455416" cy="707882"/>
            </a:xfrm>
            <a:custGeom>
              <a:avLst/>
              <a:gdLst>
                <a:gd name="connsiteX0" fmla="*/ 411881 w 446386"/>
                <a:gd name="connsiteY0" fmla="*/ 0 h 699247"/>
                <a:gd name="connsiteX1" fmla="*/ 411881 w 446386"/>
                <a:gd name="connsiteY1" fmla="*/ 313765 h 699247"/>
                <a:gd name="connsiteX2" fmla="*/ 53293 w 446386"/>
                <a:gd name="connsiteY2" fmla="*/ 546847 h 699247"/>
                <a:gd name="connsiteX3" fmla="*/ 8470 w 446386"/>
                <a:gd name="connsiteY3" fmla="*/ 699247 h 699247"/>
                <a:gd name="connsiteX0" fmla="*/ 405917 w 440422"/>
                <a:gd name="connsiteY0" fmla="*/ 0 h 697269"/>
                <a:gd name="connsiteX1" fmla="*/ 405917 w 440422"/>
                <a:gd name="connsiteY1" fmla="*/ 313765 h 697269"/>
                <a:gd name="connsiteX2" fmla="*/ 47329 w 440422"/>
                <a:gd name="connsiteY2" fmla="*/ 546847 h 697269"/>
                <a:gd name="connsiteX3" fmla="*/ 12031 w 440422"/>
                <a:gd name="connsiteY3" fmla="*/ 697269 h 697269"/>
                <a:gd name="connsiteX0" fmla="*/ 395259 w 429764"/>
                <a:gd name="connsiteY0" fmla="*/ 0 h 697269"/>
                <a:gd name="connsiteX1" fmla="*/ 395259 w 429764"/>
                <a:gd name="connsiteY1" fmla="*/ 313765 h 697269"/>
                <a:gd name="connsiteX2" fmla="*/ 36671 w 429764"/>
                <a:gd name="connsiteY2" fmla="*/ 546847 h 697269"/>
                <a:gd name="connsiteX3" fmla="*/ 1373 w 429764"/>
                <a:gd name="connsiteY3" fmla="*/ 697269 h 697269"/>
                <a:gd name="connsiteX0" fmla="*/ 402403 w 433178"/>
                <a:gd name="connsiteY0" fmla="*/ 0 h 697269"/>
                <a:gd name="connsiteX1" fmla="*/ 395259 w 433178"/>
                <a:gd name="connsiteY1" fmla="*/ 313765 h 697269"/>
                <a:gd name="connsiteX2" fmla="*/ 36671 w 433178"/>
                <a:gd name="connsiteY2" fmla="*/ 546847 h 697269"/>
                <a:gd name="connsiteX3" fmla="*/ 1373 w 433178"/>
                <a:gd name="connsiteY3" fmla="*/ 697269 h 697269"/>
                <a:gd name="connsiteX0" fmla="*/ 402403 w 427228"/>
                <a:gd name="connsiteY0" fmla="*/ 0 h 697269"/>
                <a:gd name="connsiteX1" fmla="*/ 395259 w 427228"/>
                <a:gd name="connsiteY1" fmla="*/ 313765 h 697269"/>
                <a:gd name="connsiteX2" fmla="*/ 36671 w 427228"/>
                <a:gd name="connsiteY2" fmla="*/ 546847 h 697269"/>
                <a:gd name="connsiteX3" fmla="*/ 1373 w 427228"/>
                <a:gd name="connsiteY3" fmla="*/ 697269 h 697269"/>
                <a:gd name="connsiteX0" fmla="*/ 466697 w 470318"/>
                <a:gd name="connsiteY0" fmla="*/ 0 h 697269"/>
                <a:gd name="connsiteX1" fmla="*/ 395259 w 470318"/>
                <a:gd name="connsiteY1" fmla="*/ 313765 h 697269"/>
                <a:gd name="connsiteX2" fmla="*/ 36671 w 470318"/>
                <a:gd name="connsiteY2" fmla="*/ 546847 h 697269"/>
                <a:gd name="connsiteX3" fmla="*/ 1373 w 470318"/>
                <a:gd name="connsiteY3" fmla="*/ 697269 h 697269"/>
                <a:gd name="connsiteX0" fmla="*/ 466697 w 467266"/>
                <a:gd name="connsiteY0" fmla="*/ 0 h 697269"/>
                <a:gd name="connsiteX1" fmla="*/ 259528 w 467266"/>
                <a:gd name="connsiteY1" fmla="*/ 329024 h 697269"/>
                <a:gd name="connsiteX2" fmla="*/ 36671 w 467266"/>
                <a:gd name="connsiteY2" fmla="*/ 546847 h 697269"/>
                <a:gd name="connsiteX3" fmla="*/ 1373 w 467266"/>
                <a:gd name="connsiteY3" fmla="*/ 697269 h 697269"/>
                <a:gd name="connsiteX0" fmla="*/ 466697 w 468563"/>
                <a:gd name="connsiteY0" fmla="*/ 0 h 697269"/>
                <a:gd name="connsiteX1" fmla="*/ 369066 w 468563"/>
                <a:gd name="connsiteY1" fmla="*/ 326844 h 697269"/>
                <a:gd name="connsiteX2" fmla="*/ 36671 w 468563"/>
                <a:gd name="connsiteY2" fmla="*/ 546847 h 697269"/>
                <a:gd name="connsiteX3" fmla="*/ 1373 w 468563"/>
                <a:gd name="connsiteY3" fmla="*/ 697269 h 697269"/>
                <a:gd name="connsiteX0" fmla="*/ 466697 w 467508"/>
                <a:gd name="connsiteY0" fmla="*/ 0 h 697269"/>
                <a:gd name="connsiteX1" fmla="*/ 369066 w 467508"/>
                <a:gd name="connsiteY1" fmla="*/ 326844 h 697269"/>
                <a:gd name="connsiteX2" fmla="*/ 36671 w 467508"/>
                <a:gd name="connsiteY2" fmla="*/ 546847 h 697269"/>
                <a:gd name="connsiteX3" fmla="*/ 1373 w 467508"/>
                <a:gd name="connsiteY3" fmla="*/ 697269 h 697269"/>
                <a:gd name="connsiteX0" fmla="*/ 466697 w 468011"/>
                <a:gd name="connsiteY0" fmla="*/ 0 h 697269"/>
                <a:gd name="connsiteX1" fmla="*/ 369066 w 468011"/>
                <a:gd name="connsiteY1" fmla="*/ 326844 h 697269"/>
                <a:gd name="connsiteX2" fmla="*/ 36671 w 468011"/>
                <a:gd name="connsiteY2" fmla="*/ 546847 h 697269"/>
                <a:gd name="connsiteX3" fmla="*/ 1373 w 468011"/>
                <a:gd name="connsiteY3" fmla="*/ 697269 h 697269"/>
                <a:gd name="connsiteX0" fmla="*/ 466697 w 469892"/>
                <a:gd name="connsiteY0" fmla="*/ 0 h 697269"/>
                <a:gd name="connsiteX1" fmla="*/ 369066 w 469892"/>
                <a:gd name="connsiteY1" fmla="*/ 326844 h 697269"/>
                <a:gd name="connsiteX2" fmla="*/ 36671 w 469892"/>
                <a:gd name="connsiteY2" fmla="*/ 546847 h 697269"/>
                <a:gd name="connsiteX3" fmla="*/ 1373 w 469892"/>
                <a:gd name="connsiteY3" fmla="*/ 697269 h 697269"/>
                <a:gd name="connsiteX0" fmla="*/ 466697 w 467571"/>
                <a:gd name="connsiteY0" fmla="*/ 0 h 697269"/>
                <a:gd name="connsiteX1" fmla="*/ 290485 w 467571"/>
                <a:gd name="connsiteY1" fmla="*/ 326844 h 697269"/>
                <a:gd name="connsiteX2" fmla="*/ 36671 w 467571"/>
                <a:gd name="connsiteY2" fmla="*/ 546847 h 697269"/>
                <a:gd name="connsiteX3" fmla="*/ 1373 w 467571"/>
                <a:gd name="connsiteY3" fmla="*/ 697269 h 697269"/>
                <a:gd name="connsiteX0" fmla="*/ 466697 w 470369"/>
                <a:gd name="connsiteY0" fmla="*/ 0 h 697269"/>
                <a:gd name="connsiteX1" fmla="*/ 373829 w 470369"/>
                <a:gd name="connsiteY1" fmla="*/ 383518 h 697269"/>
                <a:gd name="connsiteX2" fmla="*/ 36671 w 470369"/>
                <a:gd name="connsiteY2" fmla="*/ 546847 h 697269"/>
                <a:gd name="connsiteX3" fmla="*/ 1373 w 470369"/>
                <a:gd name="connsiteY3" fmla="*/ 697269 h 697269"/>
                <a:gd name="connsiteX0" fmla="*/ 465324 w 467334"/>
                <a:gd name="connsiteY0" fmla="*/ 0 h 697269"/>
                <a:gd name="connsiteX1" fmla="*/ 372456 w 467334"/>
                <a:gd name="connsiteY1" fmla="*/ 383518 h 697269"/>
                <a:gd name="connsiteX2" fmla="*/ 42442 w 467334"/>
                <a:gd name="connsiteY2" fmla="*/ 440039 h 697269"/>
                <a:gd name="connsiteX3" fmla="*/ 0 w 467334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7455 w 469571"/>
                <a:gd name="connsiteY0" fmla="*/ 0 h 697269"/>
                <a:gd name="connsiteX1" fmla="*/ 376968 w 469571"/>
                <a:gd name="connsiteY1" fmla="*/ 320305 h 697269"/>
                <a:gd name="connsiteX2" fmla="*/ 44573 w 469571"/>
                <a:gd name="connsiteY2" fmla="*/ 440039 h 697269"/>
                <a:gd name="connsiteX3" fmla="*/ 2131 w 469571"/>
                <a:gd name="connsiteY3" fmla="*/ 697269 h 697269"/>
                <a:gd name="connsiteX0" fmla="*/ 462820 w 464936"/>
                <a:gd name="connsiteY0" fmla="*/ 0 h 701628"/>
                <a:gd name="connsiteX1" fmla="*/ 372333 w 464936"/>
                <a:gd name="connsiteY1" fmla="*/ 320305 h 701628"/>
                <a:gd name="connsiteX2" fmla="*/ 39938 w 464936"/>
                <a:gd name="connsiteY2" fmla="*/ 440039 h 701628"/>
                <a:gd name="connsiteX3" fmla="*/ 9402 w 464936"/>
                <a:gd name="connsiteY3" fmla="*/ 701628 h 701628"/>
                <a:gd name="connsiteX0" fmla="*/ 453418 w 455416"/>
                <a:gd name="connsiteY0" fmla="*/ 0 h 701628"/>
                <a:gd name="connsiteX1" fmla="*/ 362931 w 455416"/>
                <a:gd name="connsiteY1" fmla="*/ 320305 h 701628"/>
                <a:gd name="connsiteX2" fmla="*/ 47204 w 455416"/>
                <a:gd name="connsiteY2" fmla="*/ 442219 h 701628"/>
                <a:gd name="connsiteX3" fmla="*/ 0 w 455416"/>
                <a:gd name="connsiteY3" fmla="*/ 701628 h 701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416" h="701628">
                  <a:moveTo>
                    <a:pt x="453418" y="0"/>
                  </a:moveTo>
                  <a:cubicBezTo>
                    <a:pt x="464250" y="125158"/>
                    <a:pt x="430633" y="246602"/>
                    <a:pt x="362931" y="320305"/>
                  </a:cubicBezTo>
                  <a:cubicBezTo>
                    <a:pt x="295229" y="394008"/>
                    <a:pt x="114439" y="377972"/>
                    <a:pt x="47204" y="442219"/>
                  </a:cubicBezTo>
                  <a:cubicBezTo>
                    <a:pt x="-31937" y="508647"/>
                    <a:pt x="17369" y="655573"/>
                    <a:pt x="0" y="701628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FFF7A9E-6E64-93F3-765F-0DBC6B6ED25F}"/>
                </a:ext>
              </a:extLst>
            </p:cNvPr>
            <p:cNvSpPr/>
            <p:nvPr/>
          </p:nvSpPr>
          <p:spPr>
            <a:xfrm>
              <a:off x="3965124" y="1719407"/>
              <a:ext cx="705037" cy="698227"/>
            </a:xfrm>
            <a:custGeom>
              <a:avLst/>
              <a:gdLst>
                <a:gd name="connsiteX0" fmla="*/ 0 w 698500"/>
                <a:gd name="connsiteY0" fmla="*/ 0 h 800100"/>
                <a:gd name="connsiteX1" fmla="*/ 241300 w 698500"/>
                <a:gd name="connsiteY1" fmla="*/ 361950 h 800100"/>
                <a:gd name="connsiteX2" fmla="*/ 603250 w 698500"/>
                <a:gd name="connsiteY2" fmla="*/ 431800 h 800100"/>
                <a:gd name="connsiteX3" fmla="*/ 698500 w 698500"/>
                <a:gd name="connsiteY3" fmla="*/ 800100 h 80010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847381"/>
                <a:gd name="connsiteX1" fmla="*/ 161925 w 619125"/>
                <a:gd name="connsiteY1" fmla="*/ 358010 h 847381"/>
                <a:gd name="connsiteX2" fmla="*/ 523875 w 619125"/>
                <a:gd name="connsiteY2" fmla="*/ 427860 h 847381"/>
                <a:gd name="connsiteX3" fmla="*/ 619125 w 619125"/>
                <a:gd name="connsiteY3" fmla="*/ 847381 h 847381"/>
                <a:gd name="connsiteX0" fmla="*/ 0 w 621846"/>
                <a:gd name="connsiteY0" fmla="*/ 0 h 847381"/>
                <a:gd name="connsiteX1" fmla="*/ 161925 w 621846"/>
                <a:gd name="connsiteY1" fmla="*/ 358010 h 847381"/>
                <a:gd name="connsiteX2" fmla="*/ 523875 w 621846"/>
                <a:gd name="connsiteY2" fmla="*/ 427860 h 847381"/>
                <a:gd name="connsiteX3" fmla="*/ 619125 w 621846"/>
                <a:gd name="connsiteY3" fmla="*/ 847381 h 847381"/>
                <a:gd name="connsiteX0" fmla="*/ 0 w 619416"/>
                <a:gd name="connsiteY0" fmla="*/ 0 h 847381"/>
                <a:gd name="connsiteX1" fmla="*/ 161925 w 619416"/>
                <a:gd name="connsiteY1" fmla="*/ 358010 h 847381"/>
                <a:gd name="connsiteX2" fmla="*/ 523875 w 619416"/>
                <a:gd name="connsiteY2" fmla="*/ 427860 h 847381"/>
                <a:gd name="connsiteX3" fmla="*/ 619125 w 619416"/>
                <a:gd name="connsiteY3" fmla="*/ 847381 h 847381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7707"/>
                <a:gd name="connsiteY0" fmla="*/ 0 h 866485"/>
                <a:gd name="connsiteX1" fmla="*/ 161925 w 627707"/>
                <a:gd name="connsiteY1" fmla="*/ 358010 h 866485"/>
                <a:gd name="connsiteX2" fmla="*/ 523875 w 627707"/>
                <a:gd name="connsiteY2" fmla="*/ 427860 h 866485"/>
                <a:gd name="connsiteX3" fmla="*/ 625139 w 627707"/>
                <a:gd name="connsiteY3" fmla="*/ 866485 h 866485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6599"/>
                <a:gd name="connsiteY0" fmla="*/ 0 h 866485"/>
                <a:gd name="connsiteX1" fmla="*/ 161925 w 626599"/>
                <a:gd name="connsiteY1" fmla="*/ 358010 h 866485"/>
                <a:gd name="connsiteX2" fmla="*/ 523875 w 626599"/>
                <a:gd name="connsiteY2" fmla="*/ 427860 h 866485"/>
                <a:gd name="connsiteX3" fmla="*/ 625139 w 626599"/>
                <a:gd name="connsiteY3" fmla="*/ 866485 h 866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599" h="866485">
                  <a:moveTo>
                    <a:pt x="0" y="0"/>
                  </a:moveTo>
                  <a:cubicBezTo>
                    <a:pt x="3704" y="164692"/>
                    <a:pt x="74613" y="286700"/>
                    <a:pt x="161925" y="358010"/>
                  </a:cubicBezTo>
                  <a:cubicBezTo>
                    <a:pt x="249237" y="429320"/>
                    <a:pt x="447675" y="354835"/>
                    <a:pt x="523875" y="427860"/>
                  </a:cubicBezTo>
                  <a:cubicBezTo>
                    <a:pt x="600075" y="500885"/>
                    <a:pt x="634330" y="718847"/>
                    <a:pt x="625139" y="866485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prstDash val="dash"/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28E17F64-63EE-E622-6AC6-1BC1B304DB3A}"/>
                  </a:ext>
                </a:extLst>
              </p:cNvPr>
              <p:cNvSpPr txBox="1"/>
              <p:nvPr/>
            </p:nvSpPr>
            <p:spPr>
              <a:xfrm>
                <a:off x="2676383" y="3531788"/>
                <a:ext cx="3076576" cy="683321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3200" b="1" kern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𝛟</m:t>
                      </m:r>
                      <m:r>
                        <a:rPr lang="en-GB" sz="3200" b="1" i="0" kern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𝐛</m:t>
                      </m:r>
                    </m:oMath>
                  </m:oMathPara>
                </a14:m>
                <a:endParaRPr lang="pt-BR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28E17F64-63EE-E622-6AC6-1BC1B304D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6383" y="3531788"/>
                <a:ext cx="3076576" cy="6833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E2D423B0-410E-1FB8-9677-55EA51F69CED}"/>
                  </a:ext>
                </a:extLst>
              </p:cNvPr>
              <p:cNvSpPr txBox="1"/>
              <p:nvPr/>
            </p:nvSpPr>
            <p:spPr>
              <a:xfrm>
                <a:off x="1307448" y="3507895"/>
                <a:ext cx="841441" cy="683321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0" lang="pt-BR" sz="3200" b="1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Cambria Math" panose="02040503050406030204" pitchFamily="18" charset="0"/>
                        </a:rPr>
                        <m:t>𝐀</m:t>
                      </m:r>
                    </m:oMath>
                  </m:oMathPara>
                </a14:m>
                <a:endParaRPr lang="pt-BR" sz="32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33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E2D423B0-410E-1FB8-9677-55EA51F69C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448" y="3507895"/>
                <a:ext cx="841441" cy="68332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Picture 33">
            <a:extLst>
              <a:ext uri="{FF2B5EF4-FFF2-40B4-BE49-F238E27FC236}">
                <a16:creationId xmlns:a16="http://schemas.microsoft.com/office/drawing/2014/main" id="{C965D0EA-DDB2-FBBE-03A6-8B34F92F89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76652" y="4589339"/>
            <a:ext cx="1562100" cy="11620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853909D-ECB6-ACC9-4F4B-B650020D0287}"/>
              </a:ext>
            </a:extLst>
          </p:cNvPr>
          <p:cNvSpPr txBox="1"/>
          <p:nvPr/>
        </p:nvSpPr>
        <p:spPr>
          <a:xfrm>
            <a:off x="350505" y="5785895"/>
            <a:ext cx="1661448" cy="4510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36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COV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57A24E-98F1-C4A4-A24C-2AD5B9233BBC}"/>
              </a:ext>
            </a:extLst>
          </p:cNvPr>
          <p:cNvSpPr txBox="1"/>
          <p:nvPr/>
        </p:nvSpPr>
        <p:spPr>
          <a:xfrm>
            <a:off x="4862482" y="5738200"/>
            <a:ext cx="859526" cy="307777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1400" dirty="0"/>
              <a:t>Zoom +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A7369659-6164-63C1-CCAC-EC33E5B072B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" b="2030"/>
          <a:stretch>
            <a:fillRect/>
          </a:stretch>
        </p:blipFill>
        <p:spPr>
          <a:xfrm>
            <a:off x="437099" y="4595160"/>
            <a:ext cx="1557100" cy="1170801"/>
          </a:xfrm>
          <a:prstGeom prst="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96019AE-D100-4419-0665-2CD468FA29D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85659" y="4594237"/>
            <a:ext cx="1763517" cy="1611370"/>
          </a:xfrm>
          <a:prstGeom prst="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C256913-7559-B26B-8172-E20E6027DC0B}"/>
              </a:ext>
            </a:extLst>
          </p:cNvPr>
          <p:cNvSpPr/>
          <p:nvPr/>
        </p:nvSpPr>
        <p:spPr>
          <a:xfrm rot="21346693">
            <a:off x="3176971" y="5104571"/>
            <a:ext cx="633716" cy="406242"/>
          </a:xfrm>
          <a:custGeom>
            <a:avLst/>
            <a:gdLst>
              <a:gd name="connsiteX0" fmla="*/ 738188 w 1190625"/>
              <a:gd name="connsiteY0" fmla="*/ 242887 h 759619"/>
              <a:gd name="connsiteX1" fmla="*/ 723900 w 1190625"/>
              <a:gd name="connsiteY1" fmla="*/ 0 h 759619"/>
              <a:gd name="connsiteX2" fmla="*/ 1190625 w 1190625"/>
              <a:gd name="connsiteY2" fmla="*/ 390525 h 759619"/>
              <a:gd name="connsiteX3" fmla="*/ 745331 w 1190625"/>
              <a:gd name="connsiteY3" fmla="*/ 759619 h 759619"/>
              <a:gd name="connsiteX4" fmla="*/ 742950 w 1190625"/>
              <a:gd name="connsiteY4" fmla="*/ 545306 h 759619"/>
              <a:gd name="connsiteX5" fmla="*/ 635794 w 1190625"/>
              <a:gd name="connsiteY5" fmla="*/ 507206 h 759619"/>
              <a:gd name="connsiteX6" fmla="*/ 614363 w 1190625"/>
              <a:gd name="connsiteY6" fmla="*/ 492919 h 759619"/>
              <a:gd name="connsiteX7" fmla="*/ 471488 w 1190625"/>
              <a:gd name="connsiteY7" fmla="*/ 502444 h 759619"/>
              <a:gd name="connsiteX8" fmla="*/ 304800 w 1190625"/>
              <a:gd name="connsiteY8" fmla="*/ 521494 h 759619"/>
              <a:gd name="connsiteX9" fmla="*/ 192881 w 1190625"/>
              <a:gd name="connsiteY9" fmla="*/ 566737 h 759619"/>
              <a:gd name="connsiteX10" fmla="*/ 83344 w 1190625"/>
              <a:gd name="connsiteY10" fmla="*/ 628650 h 759619"/>
              <a:gd name="connsiteX11" fmla="*/ 0 w 1190625"/>
              <a:gd name="connsiteY11" fmla="*/ 683419 h 759619"/>
              <a:gd name="connsiteX12" fmla="*/ 42863 w 1190625"/>
              <a:gd name="connsiteY12" fmla="*/ 592931 h 759619"/>
              <a:gd name="connsiteX13" fmla="*/ 104775 w 1190625"/>
              <a:gd name="connsiteY13" fmla="*/ 485775 h 759619"/>
              <a:gd name="connsiteX14" fmla="*/ 200025 w 1190625"/>
              <a:gd name="connsiteY14" fmla="*/ 388144 h 759619"/>
              <a:gd name="connsiteX15" fmla="*/ 280988 w 1190625"/>
              <a:gd name="connsiteY15" fmla="*/ 335756 h 759619"/>
              <a:gd name="connsiteX16" fmla="*/ 392906 w 1190625"/>
              <a:gd name="connsiteY16" fmla="*/ 285750 h 759619"/>
              <a:gd name="connsiteX17" fmla="*/ 531019 w 1190625"/>
              <a:gd name="connsiteY17" fmla="*/ 252412 h 759619"/>
              <a:gd name="connsiteX18" fmla="*/ 661988 w 1190625"/>
              <a:gd name="connsiteY18" fmla="*/ 247650 h 759619"/>
              <a:gd name="connsiteX19" fmla="*/ 738188 w 1190625"/>
              <a:gd name="connsiteY19" fmla="*/ 242887 h 759619"/>
              <a:gd name="connsiteX0" fmla="*/ 738188 w 1190625"/>
              <a:gd name="connsiteY0" fmla="*/ 92868 h 609600"/>
              <a:gd name="connsiteX1" fmla="*/ 797718 w 1190625"/>
              <a:gd name="connsiteY1" fmla="*/ 0 h 609600"/>
              <a:gd name="connsiteX2" fmla="*/ 1190625 w 1190625"/>
              <a:gd name="connsiteY2" fmla="*/ 240506 h 609600"/>
              <a:gd name="connsiteX3" fmla="*/ 745331 w 1190625"/>
              <a:gd name="connsiteY3" fmla="*/ 609600 h 609600"/>
              <a:gd name="connsiteX4" fmla="*/ 742950 w 1190625"/>
              <a:gd name="connsiteY4" fmla="*/ 395287 h 609600"/>
              <a:gd name="connsiteX5" fmla="*/ 635794 w 1190625"/>
              <a:gd name="connsiteY5" fmla="*/ 357187 h 609600"/>
              <a:gd name="connsiteX6" fmla="*/ 614363 w 1190625"/>
              <a:gd name="connsiteY6" fmla="*/ 342900 h 609600"/>
              <a:gd name="connsiteX7" fmla="*/ 471488 w 1190625"/>
              <a:gd name="connsiteY7" fmla="*/ 352425 h 609600"/>
              <a:gd name="connsiteX8" fmla="*/ 304800 w 1190625"/>
              <a:gd name="connsiteY8" fmla="*/ 371475 h 609600"/>
              <a:gd name="connsiteX9" fmla="*/ 192881 w 1190625"/>
              <a:gd name="connsiteY9" fmla="*/ 416718 h 609600"/>
              <a:gd name="connsiteX10" fmla="*/ 83344 w 1190625"/>
              <a:gd name="connsiteY10" fmla="*/ 478631 h 609600"/>
              <a:gd name="connsiteX11" fmla="*/ 0 w 1190625"/>
              <a:gd name="connsiteY11" fmla="*/ 533400 h 609600"/>
              <a:gd name="connsiteX12" fmla="*/ 42863 w 1190625"/>
              <a:gd name="connsiteY12" fmla="*/ 442912 h 609600"/>
              <a:gd name="connsiteX13" fmla="*/ 104775 w 1190625"/>
              <a:gd name="connsiteY13" fmla="*/ 335756 h 609600"/>
              <a:gd name="connsiteX14" fmla="*/ 200025 w 1190625"/>
              <a:gd name="connsiteY14" fmla="*/ 238125 h 609600"/>
              <a:gd name="connsiteX15" fmla="*/ 280988 w 1190625"/>
              <a:gd name="connsiteY15" fmla="*/ 185737 h 609600"/>
              <a:gd name="connsiteX16" fmla="*/ 392906 w 1190625"/>
              <a:gd name="connsiteY16" fmla="*/ 135731 h 609600"/>
              <a:gd name="connsiteX17" fmla="*/ 531019 w 1190625"/>
              <a:gd name="connsiteY17" fmla="*/ 102393 h 609600"/>
              <a:gd name="connsiteX18" fmla="*/ 661988 w 1190625"/>
              <a:gd name="connsiteY18" fmla="*/ 97631 h 609600"/>
              <a:gd name="connsiteX19" fmla="*/ 738188 w 1190625"/>
              <a:gd name="connsiteY19" fmla="*/ 92868 h 609600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35794 w 1190625"/>
              <a:gd name="connsiteY5" fmla="*/ 476250 h 728663"/>
              <a:gd name="connsiteX6" fmla="*/ 614363 w 1190625"/>
              <a:gd name="connsiteY6" fmla="*/ 46196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35794 w 1190625"/>
              <a:gd name="connsiteY5" fmla="*/ 476250 h 728663"/>
              <a:gd name="connsiteX6" fmla="*/ 601483 w 1190625"/>
              <a:gd name="connsiteY6" fmla="*/ 46558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44810 w 1190625"/>
              <a:gd name="connsiteY5" fmla="*/ 477457 h 728663"/>
              <a:gd name="connsiteX6" fmla="*/ 601483 w 1190625"/>
              <a:gd name="connsiteY6" fmla="*/ 46558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  <a:gd name="connsiteX0" fmla="*/ 738188 w 1190625"/>
              <a:gd name="connsiteY0" fmla="*/ 211931 h 728663"/>
              <a:gd name="connsiteX1" fmla="*/ 745330 w 1190625"/>
              <a:gd name="connsiteY1" fmla="*/ 0 h 728663"/>
              <a:gd name="connsiteX2" fmla="*/ 1190625 w 1190625"/>
              <a:gd name="connsiteY2" fmla="*/ 359569 h 728663"/>
              <a:gd name="connsiteX3" fmla="*/ 745331 w 1190625"/>
              <a:gd name="connsiteY3" fmla="*/ 728663 h 728663"/>
              <a:gd name="connsiteX4" fmla="*/ 742950 w 1190625"/>
              <a:gd name="connsiteY4" fmla="*/ 514350 h 728663"/>
              <a:gd name="connsiteX5" fmla="*/ 644810 w 1190625"/>
              <a:gd name="connsiteY5" fmla="*/ 477457 h 728663"/>
              <a:gd name="connsiteX6" fmla="*/ 578300 w 1190625"/>
              <a:gd name="connsiteY6" fmla="*/ 465583 h 728663"/>
              <a:gd name="connsiteX7" fmla="*/ 471488 w 1190625"/>
              <a:gd name="connsiteY7" fmla="*/ 471488 h 728663"/>
              <a:gd name="connsiteX8" fmla="*/ 304800 w 1190625"/>
              <a:gd name="connsiteY8" fmla="*/ 490538 h 728663"/>
              <a:gd name="connsiteX9" fmla="*/ 192881 w 1190625"/>
              <a:gd name="connsiteY9" fmla="*/ 535781 h 728663"/>
              <a:gd name="connsiteX10" fmla="*/ 83344 w 1190625"/>
              <a:gd name="connsiteY10" fmla="*/ 597694 h 728663"/>
              <a:gd name="connsiteX11" fmla="*/ 0 w 1190625"/>
              <a:gd name="connsiteY11" fmla="*/ 652463 h 728663"/>
              <a:gd name="connsiteX12" fmla="*/ 42863 w 1190625"/>
              <a:gd name="connsiteY12" fmla="*/ 561975 h 728663"/>
              <a:gd name="connsiteX13" fmla="*/ 104775 w 1190625"/>
              <a:gd name="connsiteY13" fmla="*/ 454819 h 728663"/>
              <a:gd name="connsiteX14" fmla="*/ 200025 w 1190625"/>
              <a:gd name="connsiteY14" fmla="*/ 357188 h 728663"/>
              <a:gd name="connsiteX15" fmla="*/ 280988 w 1190625"/>
              <a:gd name="connsiteY15" fmla="*/ 304800 h 728663"/>
              <a:gd name="connsiteX16" fmla="*/ 392906 w 1190625"/>
              <a:gd name="connsiteY16" fmla="*/ 254794 h 728663"/>
              <a:gd name="connsiteX17" fmla="*/ 531019 w 1190625"/>
              <a:gd name="connsiteY17" fmla="*/ 221456 h 728663"/>
              <a:gd name="connsiteX18" fmla="*/ 661988 w 1190625"/>
              <a:gd name="connsiteY18" fmla="*/ 216694 h 728663"/>
              <a:gd name="connsiteX19" fmla="*/ 738188 w 1190625"/>
              <a:gd name="connsiteY19" fmla="*/ 211931 h 728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190625" h="728663">
                <a:moveTo>
                  <a:pt x="738188" y="211931"/>
                </a:moveTo>
                <a:lnTo>
                  <a:pt x="745330" y="0"/>
                </a:lnTo>
                <a:lnTo>
                  <a:pt x="1190625" y="359569"/>
                </a:lnTo>
                <a:lnTo>
                  <a:pt x="745331" y="728663"/>
                </a:lnTo>
                <a:cubicBezTo>
                  <a:pt x="744537" y="657225"/>
                  <a:pt x="743744" y="585788"/>
                  <a:pt x="742950" y="514350"/>
                </a:cubicBezTo>
                <a:lnTo>
                  <a:pt x="644810" y="477457"/>
                </a:lnTo>
                <a:lnTo>
                  <a:pt x="578300" y="465583"/>
                </a:lnTo>
                <a:lnTo>
                  <a:pt x="471488" y="471488"/>
                </a:lnTo>
                <a:lnTo>
                  <a:pt x="304800" y="490538"/>
                </a:lnTo>
                <a:lnTo>
                  <a:pt x="192881" y="535781"/>
                </a:lnTo>
                <a:lnTo>
                  <a:pt x="83344" y="597694"/>
                </a:lnTo>
                <a:lnTo>
                  <a:pt x="0" y="652463"/>
                </a:lnTo>
                <a:lnTo>
                  <a:pt x="42863" y="561975"/>
                </a:lnTo>
                <a:lnTo>
                  <a:pt x="104775" y="454819"/>
                </a:lnTo>
                <a:lnTo>
                  <a:pt x="200025" y="357188"/>
                </a:lnTo>
                <a:lnTo>
                  <a:pt x="280988" y="304800"/>
                </a:lnTo>
                <a:lnTo>
                  <a:pt x="392906" y="254794"/>
                </a:lnTo>
                <a:lnTo>
                  <a:pt x="531019" y="221456"/>
                </a:lnTo>
                <a:lnTo>
                  <a:pt x="661988" y="216694"/>
                </a:lnTo>
                <a:lnTo>
                  <a:pt x="738188" y="211931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4843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4528</TotalTime>
  <Words>121</Words>
  <Application>Microsoft Office PowerPoint</Application>
  <PresentationFormat>Widescreen</PresentationFormat>
  <Paragraphs>47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Arial</vt:lpstr>
      <vt:lpstr>Calibri</vt:lpstr>
      <vt:lpstr>Calibri (Body)</vt:lpstr>
      <vt:lpstr>Calibri Light</vt:lpstr>
      <vt:lpstr>Cambria Math</vt:lpstr>
      <vt:lpstr>LMRoman12-Regular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381</cp:revision>
  <dcterms:created xsi:type="dcterms:W3CDTF">2026-04-30T17:56:17Z</dcterms:created>
  <dcterms:modified xsi:type="dcterms:W3CDTF">2026-06-26T10:35:58Z</dcterms:modified>
</cp:coreProperties>
</file>